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171C1-9847-70CE-FA2A-6BC2B6C89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4F2B7-617A-EC7A-9EE0-6C582B67B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131CE-20FB-09EC-5B80-7B7B0274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D5005-332A-F709-9CA3-6BDD3CBA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B9779-6DDA-F6CB-9111-F82BA8C0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005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75CD-4CC5-EAF5-DD62-C6FB1D12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670AD-EEB4-5CB8-BF28-E09F519B2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C8EEB-5488-9A74-6D9C-D1188C6C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B14DD-EA69-21AE-3796-8B8F8CFF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B5292-2F89-B0FE-6683-E59D563E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7344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ACE84-4541-C7D3-12FB-50F7B67F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609B2-ECF6-D897-2F3A-AFBCA7C2B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06A58-6046-234A-D492-6A550E75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1C250-CF37-6418-82A9-0F9A466FF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3AA88-689F-EC1C-E2A6-0D4AC3EB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75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2A41-F836-C82F-E428-B06ED1B2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8CEED-67C8-D8FD-358A-641392E90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48F0A-54AF-4FF6-326B-1CA5E6AE5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9409C-9072-32C7-3AE8-E2D5882E9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940FC-2968-72A4-EA39-203859D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51E62-FB8E-1FEB-506E-F647C76B8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631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684B8-3BD3-2BA6-A6CC-E3945DEC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B3499-C9F0-94F4-3635-533A880DB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C1D75-83F7-03D3-7FA6-EAFB6F7D7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F2C389-669A-552D-D862-3C7B77E50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AA64E-6BB3-8B4E-2D57-D0CF22156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E98298-07F2-FDF3-37FC-83DDD39B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F9F3F5-E5ED-E077-1D89-2DE8C28C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9ABD8C-B58A-402D-842C-FA471406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41F4-3049-6A57-879E-4499E2BA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AA0C4-BFEA-6E5D-B3F7-6936E652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FD66C-4EDF-7906-EBFA-B412D6624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8C39E-8E75-A8DD-1889-B0ECE1CA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57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A7465-712F-1A13-7701-04E81EB3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646B23-2F96-B79C-5C19-71852DC54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476A4-1392-D6CB-2941-D48B6DBD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483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EF62D-CF7B-5212-05E8-7B9E1D3C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9EF98-0B08-23F9-8322-4BB764B01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75ADF-E802-34B7-767A-1EC444C97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08758-1993-7597-F32C-6F2BD162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7697A-6F41-81FB-19AE-1014F08B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2663-7E7A-FD82-2636-C84EB9DD5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81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4B8FA-6D17-EA06-2D7E-2111D052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09C0BE-C8BB-DFD3-5A64-CD4612DD2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98B70-92C9-FF8A-3F05-B4FC7D3D0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C9401-C30C-29AD-9B66-DDBE9833E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82633-D324-F69C-7109-81FCDC69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1FA72-AE94-9F51-A88C-78DD6484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059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C5AB-3653-345D-1A1D-7B97C7A6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6D02C9-1950-AC32-5A05-434F57E07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32330-B211-F19B-A575-35087D92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9C44A-1995-3056-E461-6097E05AA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0E5DC-2C74-66C7-A0F6-A3628757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79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40BE2-FFAF-9B9C-FC6B-245A122E6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93263-1DB1-44E0-B893-469E0E300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D0812-CCC4-112A-BFDE-B9BB657B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88ED8-5004-26F3-C3E1-A7016537B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8555F-4D25-B59C-9F27-323F0E32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85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0E2945-31DE-A750-7962-DB2F2617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2F594-5DB8-D79A-31D8-308F13596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8F3CB-DDF7-C81E-F671-E1A79840D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02532-E4DB-49C5-9D92-C2F9A57BC61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A42A0-9538-5B26-FB25-561AB89A60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3A102-B708-E47B-D4F6-6DAA1FB66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CE8C6-4C6E-43B4-8DAB-7A4AD8C4E4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862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Newspaper clipping_Small">
            <a:extLst>
              <a:ext uri="{FF2B5EF4-FFF2-40B4-BE49-F238E27FC236}">
                <a16:creationId xmlns:a16="http://schemas.microsoft.com/office/drawing/2014/main" id="{8825B538-2D11-7132-25D9-008F3BEB43E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86167" y="1538568"/>
            <a:ext cx="3118337" cy="119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1">
            <a:extLst>
              <a:ext uri="{FF2B5EF4-FFF2-40B4-BE49-F238E27FC236}">
                <a16:creationId xmlns:a16="http://schemas.microsoft.com/office/drawing/2014/main" id="{DF35729A-FCD9-4D48-2177-F5B700690DE2}"/>
              </a:ext>
            </a:extLst>
          </p:cNvPr>
          <p:cNvSpPr>
            <a:spLocks noChangeArrowheads="1"/>
          </p:cNvSpPr>
          <p:nvPr/>
        </p:nvSpPr>
        <p:spPr bwMode="gray">
          <a:xfrm rot="21334513">
            <a:off x="1395695" y="1875796"/>
            <a:ext cx="2275911" cy="47660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54000" rIns="90000" bIns="54000" anchor="ctr"/>
          <a:lstStyle/>
          <a:p>
            <a:pPr algn="ctr"/>
            <a:r>
              <a:rPr lang="pt-BR" sz="1400" i="1" dirty="0">
                <a:solidFill>
                  <a:srgbClr val="000000"/>
                </a:solidFill>
              </a:rPr>
              <a:t>“Não existirão aquisições se não entregarmos o compromisso”</a:t>
            </a:r>
          </a:p>
        </p:txBody>
      </p:sp>
    </p:spTree>
    <p:extLst>
      <p:ext uri="{BB962C8B-B14F-4D97-AF65-F5344CB8AC3E}">
        <p14:creationId xmlns:p14="http://schemas.microsoft.com/office/powerpoint/2010/main" val="3091137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Vaz Ribeiro, Daniel</dc:creator>
  <cp:lastModifiedBy>Vaz Ribeiro, Daniel</cp:lastModifiedBy>
  <cp:revision>1</cp:revision>
  <dcterms:created xsi:type="dcterms:W3CDTF">2026-02-26T14:27:57Z</dcterms:created>
  <dcterms:modified xsi:type="dcterms:W3CDTF">2026-02-26T14:27:57Z</dcterms:modified>
</cp:coreProperties>
</file>