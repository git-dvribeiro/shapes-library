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763A-294A-7CFE-9BDC-E4985076D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35F7C-899C-F8DB-090C-4F3DE00CD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428E-2C21-6814-69F5-EFEDE79E8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1B3CE-F4AB-FB78-C2A2-FB92194B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45DD-C6A6-1A57-AA7C-BA5D4E45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63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8972-0DB1-1270-F785-A9B41D0B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D9CD-532D-DA6D-772E-6476E4FA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E29BE-8CA3-758D-8AF8-832DAFE0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08D23-7AAE-7BF6-1B44-EB8EE1E3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68C-1CC3-A55D-94FD-25EF382B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6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132D-D1CF-7A6C-0547-C590A14D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B2D7-6315-5025-CA44-78A5D5B06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78A5-082E-FF55-FDB9-F25AFA01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5E1A7-600A-E6EB-2E6B-2478E170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B5A68-B9A9-52FC-D762-4F4B2F5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07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55A8-1EBF-9DFB-FF3F-4EE8EAF4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DA5B2-1312-219C-3A65-745AE9DB1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C034F-B903-B20F-541E-E40FDCD8C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F608-4BC9-A49D-86D0-70757067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8EE0A-79A4-E23E-BDE5-B23F9EFE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643C0-6728-3472-B856-85584556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26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F1F6-3145-6681-BD61-4464C7A7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CA3CC-12E7-F7B6-AE66-1C902CE2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535E7-D4CA-F2FE-D025-2BE847F7B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64FE4-301D-2642-7629-011DF4788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2BBEB-9A0A-A460-EC94-D6BB3554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68B1C-EAFF-8CF2-C63C-DFD750EC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46C6A-A7CC-ABCA-F677-ED5CC134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D9C6A-D184-B55B-8070-CF0C8065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25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27B1-EB6A-0255-97A7-97B724D8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41E57-88DD-4487-FC4E-A479E071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66D4C-1B8D-D4B2-BF79-F6847136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7E617-BE6B-F0B6-07B7-62070618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3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5B409F-A2D7-24E4-FC74-358736E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6795E-086E-5D43-DB85-B058983D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B9B4-6454-0E63-9543-4090E4DB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21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1E0A-4F2D-1A76-0D6D-8093E97C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D3D36-5AE1-D63E-C534-20442AFD8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C21E0-AA23-4099-4428-A104DAC97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C2042-40FB-4215-D504-D93F0D0C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54E4D-DB51-DBE7-CD6A-52D8482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7F7E9-3C28-DDAE-4102-42124D7B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15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B6BD-9BC7-B516-D629-AB359F90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406A2-BDED-9BC3-1B36-0E89C04F9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3C03A-C7E1-0386-5F7C-4A85F7671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B0121-715B-1C7D-6378-A4D35226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AECCB-0556-1312-205A-1A179E1E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6120E-9E29-B5B9-B312-C789C62C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643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B65A-582B-1EE2-01E9-E4A41602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07BA4-D19A-59A3-46C9-1359B2734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B7FA5-F455-CB20-5CC2-6BAE0803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68CBE-DAEB-1897-3852-7C004DAF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4F0C-604D-669B-7BE6-82050350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91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92893-615F-FEEC-D05A-CA91839D3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71313-2728-B42A-B6BC-4C5D145C5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EC7F2-7E34-033D-D6D5-ACA5D21D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C50D-C0E4-BC79-D278-7186370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E37E6-EDB6-190C-1E92-4D8C1784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16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B3FDD7-2518-BD4D-A5DC-896631C9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76057-3646-1541-C0EC-1D005C36E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DA3E-24BD-FED6-4621-91F79DBA7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9402B-DF15-4DDE-B8EF-EB3C680279C5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1C62-B17B-1582-780D-ACCF98B3E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27BA6-B53D-F58B-39F7-45650F24A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519DE-7E68-46DD-AA3D-2ED8408DD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20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5C5EFA-3B29-0E18-83CC-9B16AB9AE3E9}"/>
              </a:ext>
            </a:extLst>
          </p:cNvPr>
          <p:cNvGrpSpPr/>
          <p:nvPr/>
        </p:nvGrpSpPr>
        <p:grpSpPr>
          <a:xfrm>
            <a:off x="0" y="1411897"/>
            <a:ext cx="11811000" cy="4866730"/>
            <a:chOff x="0" y="1411897"/>
            <a:chExt cx="11811000" cy="4866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F8F072-5BCA-0C02-8ABF-EEB99C9E4B57}"/>
                </a:ext>
              </a:extLst>
            </p:cNvPr>
            <p:cNvSpPr/>
            <p:nvPr/>
          </p:nvSpPr>
          <p:spPr>
            <a:xfrm>
              <a:off x="4663440" y="4063958"/>
              <a:ext cx="247650" cy="233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 err="1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1503BC4-C927-4788-AEC3-6D4593763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91" y="1746975"/>
              <a:ext cx="3761610" cy="2555999"/>
            </a:xfrm>
            <a:custGeom>
              <a:avLst/>
              <a:gdLst>
                <a:gd name="connsiteX0" fmla="*/ 288694 w 10904803"/>
                <a:gd name="connsiteY0" fmla="*/ 361 h 1298575"/>
                <a:gd name="connsiteX1" fmla="*/ 5843485 w 10904803"/>
                <a:gd name="connsiteY1" fmla="*/ 787877 h 1298575"/>
                <a:gd name="connsiteX2" fmla="*/ 10846754 w 10904803"/>
                <a:gd name="connsiteY2" fmla="*/ 1263279 h 1298575"/>
                <a:gd name="connsiteX3" fmla="*/ 10904803 w 10904803"/>
                <a:gd name="connsiteY3" fmla="*/ 1298575 h 1298575"/>
                <a:gd name="connsiteX4" fmla="*/ 0 w 10904803"/>
                <a:gd name="connsiteY4" fmla="*/ 1298575 h 1298575"/>
                <a:gd name="connsiteX5" fmla="*/ 1311 w 10904803"/>
                <a:gd name="connsiteY5" fmla="*/ 1092939 h 1298575"/>
                <a:gd name="connsiteX6" fmla="*/ 288694 w 10904803"/>
                <a:gd name="connsiteY6" fmla="*/ 361 h 1298575"/>
                <a:gd name="connsiteX0" fmla="*/ 288694 w 10904803"/>
                <a:gd name="connsiteY0" fmla="*/ 915 h 1299129"/>
                <a:gd name="connsiteX1" fmla="*/ 7367485 w 10904803"/>
                <a:gd name="connsiteY1" fmla="*/ 386649 h 1299129"/>
                <a:gd name="connsiteX2" fmla="*/ 10846754 w 10904803"/>
                <a:gd name="connsiteY2" fmla="*/ 1263833 h 1299129"/>
                <a:gd name="connsiteX3" fmla="*/ 10904803 w 10904803"/>
                <a:gd name="connsiteY3" fmla="*/ 1299129 h 1299129"/>
                <a:gd name="connsiteX4" fmla="*/ 0 w 10904803"/>
                <a:gd name="connsiteY4" fmla="*/ 1299129 h 1299129"/>
                <a:gd name="connsiteX5" fmla="*/ 1311 w 10904803"/>
                <a:gd name="connsiteY5" fmla="*/ 1093493 h 1299129"/>
                <a:gd name="connsiteX6" fmla="*/ 288694 w 10904803"/>
                <a:gd name="connsiteY6" fmla="*/ 915 h 1299129"/>
                <a:gd name="connsiteX0" fmla="*/ 288694 w 10904803"/>
                <a:gd name="connsiteY0" fmla="*/ 695 h 1298909"/>
                <a:gd name="connsiteX1" fmla="*/ 7103662 w 10904803"/>
                <a:gd name="connsiteY1" fmla="*/ 469556 h 1298909"/>
                <a:gd name="connsiteX2" fmla="*/ 10846754 w 10904803"/>
                <a:gd name="connsiteY2" fmla="*/ 1263613 h 1298909"/>
                <a:gd name="connsiteX3" fmla="*/ 10904803 w 10904803"/>
                <a:gd name="connsiteY3" fmla="*/ 1298909 h 1298909"/>
                <a:gd name="connsiteX4" fmla="*/ 0 w 10904803"/>
                <a:gd name="connsiteY4" fmla="*/ 1298909 h 1298909"/>
                <a:gd name="connsiteX5" fmla="*/ 1311 w 10904803"/>
                <a:gd name="connsiteY5" fmla="*/ 1093273 h 1298909"/>
                <a:gd name="connsiteX6" fmla="*/ 288694 w 10904803"/>
                <a:gd name="connsiteY6" fmla="*/ 695 h 1298909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3021 h 1301235"/>
                <a:gd name="connsiteX1" fmla="*/ 6781212 w 10904803"/>
                <a:gd name="connsiteY1" fmla="*/ 190529 h 1301235"/>
                <a:gd name="connsiteX2" fmla="*/ 9883012 w 10904803"/>
                <a:gd name="connsiteY2" fmla="*/ 870154 h 1301235"/>
                <a:gd name="connsiteX3" fmla="*/ 10904803 w 10904803"/>
                <a:gd name="connsiteY3" fmla="*/ 1301235 h 1301235"/>
                <a:gd name="connsiteX4" fmla="*/ 0 w 10904803"/>
                <a:gd name="connsiteY4" fmla="*/ 1301235 h 1301235"/>
                <a:gd name="connsiteX5" fmla="*/ 1311 w 10904803"/>
                <a:gd name="connsiteY5" fmla="*/ 1095599 h 1301235"/>
                <a:gd name="connsiteX6" fmla="*/ 288694 w 10904803"/>
                <a:gd name="connsiteY6" fmla="*/ 3021 h 1301235"/>
                <a:gd name="connsiteX0" fmla="*/ 669173 w 10904803"/>
                <a:gd name="connsiteY0" fmla="*/ 8922 h 1230133"/>
                <a:gd name="connsiteX1" fmla="*/ 6781212 w 10904803"/>
                <a:gd name="connsiteY1" fmla="*/ 119427 h 1230133"/>
                <a:gd name="connsiteX2" fmla="*/ 9883012 w 10904803"/>
                <a:gd name="connsiteY2" fmla="*/ 799052 h 1230133"/>
                <a:gd name="connsiteX3" fmla="*/ 10904803 w 10904803"/>
                <a:gd name="connsiteY3" fmla="*/ 1230133 h 1230133"/>
                <a:gd name="connsiteX4" fmla="*/ 0 w 10904803"/>
                <a:gd name="connsiteY4" fmla="*/ 1230133 h 1230133"/>
                <a:gd name="connsiteX5" fmla="*/ 1311 w 10904803"/>
                <a:gd name="connsiteY5" fmla="*/ 1024497 h 1230133"/>
                <a:gd name="connsiteX6" fmla="*/ 669173 w 10904803"/>
                <a:gd name="connsiteY6" fmla="*/ 8922 h 1230133"/>
                <a:gd name="connsiteX0" fmla="*/ 669173 w 10904803"/>
                <a:gd name="connsiteY0" fmla="*/ 8922 h 1230133"/>
                <a:gd name="connsiteX1" fmla="*/ 6781212 w 10904803"/>
                <a:gd name="connsiteY1" fmla="*/ 119427 h 1230133"/>
                <a:gd name="connsiteX2" fmla="*/ 9883012 w 10904803"/>
                <a:gd name="connsiteY2" fmla="*/ 799052 h 1230133"/>
                <a:gd name="connsiteX3" fmla="*/ 10904803 w 10904803"/>
                <a:gd name="connsiteY3" fmla="*/ 1230133 h 1230133"/>
                <a:gd name="connsiteX4" fmla="*/ 0 w 10904803"/>
                <a:gd name="connsiteY4" fmla="*/ 1230133 h 1230133"/>
                <a:gd name="connsiteX5" fmla="*/ 1311 w 10904803"/>
                <a:gd name="connsiteY5" fmla="*/ 1024497 h 1230133"/>
                <a:gd name="connsiteX6" fmla="*/ 669173 w 10904803"/>
                <a:gd name="connsiteY6" fmla="*/ 8922 h 1230133"/>
                <a:gd name="csX0" fmla="*/ 1036895 w 10904803"/>
                <a:gd name="csY0" fmla="*/ 8922 h 1230133"/>
                <a:gd name="csX1" fmla="*/ 6781212 w 10904803"/>
                <a:gd name="csY1" fmla="*/ 119427 h 1230133"/>
                <a:gd name="csX2" fmla="*/ 9883012 w 10904803"/>
                <a:gd name="csY2" fmla="*/ 799052 h 1230133"/>
                <a:gd name="csX3" fmla="*/ 10904803 w 10904803"/>
                <a:gd name="csY3" fmla="*/ 1230133 h 1230133"/>
                <a:gd name="csX4" fmla="*/ 0 w 10904803"/>
                <a:gd name="csY4" fmla="*/ 1230133 h 1230133"/>
                <a:gd name="csX5" fmla="*/ 1311 w 10904803"/>
                <a:gd name="csY5" fmla="*/ 1024497 h 1230133"/>
                <a:gd name="csX6" fmla="*/ 1036895 w 10904803"/>
                <a:gd name="csY6" fmla="*/ 8922 h 1230133"/>
                <a:gd name="csX0" fmla="*/ 1036895 w 10904803"/>
                <a:gd name="csY0" fmla="*/ 99140 h 1320351"/>
                <a:gd name="csX1" fmla="*/ 6781212 w 10904803"/>
                <a:gd name="csY1" fmla="*/ 209645 h 1320351"/>
                <a:gd name="csX2" fmla="*/ 9883012 w 10904803"/>
                <a:gd name="csY2" fmla="*/ 889270 h 1320351"/>
                <a:gd name="csX3" fmla="*/ 10904803 w 10904803"/>
                <a:gd name="csY3" fmla="*/ 1320351 h 1320351"/>
                <a:gd name="csX4" fmla="*/ 0 w 10904803"/>
                <a:gd name="csY4" fmla="*/ 1320351 h 1320351"/>
                <a:gd name="csX5" fmla="*/ 1311 w 10904803"/>
                <a:gd name="csY5" fmla="*/ 1114715 h 1320351"/>
                <a:gd name="csX6" fmla="*/ 1036895 w 10904803"/>
                <a:gd name="csY6" fmla="*/ 99140 h 1320351"/>
                <a:gd name="csX0" fmla="*/ 1059940 w 10927848"/>
                <a:gd name="csY0" fmla="*/ 99140 h 1320351"/>
                <a:gd name="csX1" fmla="*/ 6804257 w 10927848"/>
                <a:gd name="csY1" fmla="*/ 209645 h 1320351"/>
                <a:gd name="csX2" fmla="*/ 9906057 w 10927848"/>
                <a:gd name="csY2" fmla="*/ 889270 h 1320351"/>
                <a:gd name="csX3" fmla="*/ 10927848 w 10927848"/>
                <a:gd name="csY3" fmla="*/ 1320351 h 1320351"/>
                <a:gd name="csX4" fmla="*/ 23045 w 10927848"/>
                <a:gd name="csY4" fmla="*/ 1320351 h 1320351"/>
                <a:gd name="csX5" fmla="*/ 24356 w 10927848"/>
                <a:gd name="csY5" fmla="*/ 1114715 h 1320351"/>
                <a:gd name="csX6" fmla="*/ 1059940 w 10927848"/>
                <a:gd name="csY6" fmla="*/ 99140 h 1320351"/>
                <a:gd name="csX0" fmla="*/ 1036895 w 10904803"/>
                <a:gd name="csY0" fmla="*/ 99140 h 1320351"/>
                <a:gd name="csX1" fmla="*/ 6781212 w 10904803"/>
                <a:gd name="csY1" fmla="*/ 209645 h 1320351"/>
                <a:gd name="csX2" fmla="*/ 9883012 w 10904803"/>
                <a:gd name="csY2" fmla="*/ 889270 h 1320351"/>
                <a:gd name="csX3" fmla="*/ 10904803 w 10904803"/>
                <a:gd name="csY3" fmla="*/ 1320351 h 1320351"/>
                <a:gd name="csX4" fmla="*/ 0 w 10904803"/>
                <a:gd name="csY4" fmla="*/ 1320351 h 1320351"/>
                <a:gd name="csX5" fmla="*/ 1311 w 10904803"/>
                <a:gd name="csY5" fmla="*/ 1114715 h 1320351"/>
                <a:gd name="csX6" fmla="*/ 1036895 w 10904803"/>
                <a:gd name="csY6" fmla="*/ 99140 h 1320351"/>
                <a:gd name="csX0" fmla="*/ 1036895 w 10904803"/>
                <a:gd name="csY0" fmla="*/ 91188 h 1312399"/>
                <a:gd name="csX1" fmla="*/ 6781212 w 10904803"/>
                <a:gd name="csY1" fmla="*/ 201693 h 1312399"/>
                <a:gd name="csX2" fmla="*/ 9883012 w 10904803"/>
                <a:gd name="csY2" fmla="*/ 881318 h 1312399"/>
                <a:gd name="csX3" fmla="*/ 10904803 w 10904803"/>
                <a:gd name="csY3" fmla="*/ 1312399 h 1312399"/>
                <a:gd name="csX4" fmla="*/ 0 w 10904803"/>
                <a:gd name="csY4" fmla="*/ 1312399 h 1312399"/>
                <a:gd name="csX5" fmla="*/ 1311 w 10904803"/>
                <a:gd name="csY5" fmla="*/ 1106763 h 1312399"/>
                <a:gd name="csX6" fmla="*/ 1036895 w 10904803"/>
                <a:gd name="csY6" fmla="*/ 91188 h 1312399"/>
                <a:gd name="csX0" fmla="*/ 1036895 w 10904803"/>
                <a:gd name="csY0" fmla="*/ 96092 h 1317303"/>
                <a:gd name="csX1" fmla="*/ 6781212 w 10904803"/>
                <a:gd name="csY1" fmla="*/ 206597 h 1317303"/>
                <a:gd name="csX2" fmla="*/ 9883012 w 10904803"/>
                <a:gd name="csY2" fmla="*/ 886222 h 1317303"/>
                <a:gd name="csX3" fmla="*/ 10904803 w 10904803"/>
                <a:gd name="csY3" fmla="*/ 1317303 h 1317303"/>
                <a:gd name="csX4" fmla="*/ 0 w 10904803"/>
                <a:gd name="csY4" fmla="*/ 1317303 h 1317303"/>
                <a:gd name="csX5" fmla="*/ 1311 w 10904803"/>
                <a:gd name="csY5" fmla="*/ 1111667 h 1317303"/>
                <a:gd name="csX6" fmla="*/ 1036895 w 10904803"/>
                <a:gd name="csY6" fmla="*/ 96092 h 1317303"/>
                <a:gd name="csX0" fmla="*/ 1036895 w 10904803"/>
                <a:gd name="csY0" fmla="*/ 96092 h 1317303"/>
                <a:gd name="csX1" fmla="*/ 6781212 w 10904803"/>
                <a:gd name="csY1" fmla="*/ 206597 h 1317303"/>
                <a:gd name="csX2" fmla="*/ 9883012 w 10904803"/>
                <a:gd name="csY2" fmla="*/ 886222 h 1317303"/>
                <a:gd name="csX3" fmla="*/ 10904803 w 10904803"/>
                <a:gd name="csY3" fmla="*/ 1317303 h 1317303"/>
                <a:gd name="csX4" fmla="*/ 0 w 10904803"/>
                <a:gd name="csY4" fmla="*/ 1317303 h 1317303"/>
                <a:gd name="csX5" fmla="*/ 1311 w 10904803"/>
                <a:gd name="csY5" fmla="*/ 1111667 h 1317303"/>
                <a:gd name="csX6" fmla="*/ 1036895 w 10904803"/>
                <a:gd name="csY6" fmla="*/ 96092 h 1317303"/>
                <a:gd name="csX0" fmla="*/ 1036895 w 10904803"/>
                <a:gd name="csY0" fmla="*/ 126928 h 1348139"/>
                <a:gd name="csX1" fmla="*/ 6781212 w 10904803"/>
                <a:gd name="csY1" fmla="*/ 237433 h 1348139"/>
                <a:gd name="csX2" fmla="*/ 9883012 w 10904803"/>
                <a:gd name="csY2" fmla="*/ 917058 h 1348139"/>
                <a:gd name="csX3" fmla="*/ 10904803 w 10904803"/>
                <a:gd name="csY3" fmla="*/ 1348139 h 1348139"/>
                <a:gd name="csX4" fmla="*/ 0 w 10904803"/>
                <a:gd name="csY4" fmla="*/ 1348139 h 1348139"/>
                <a:gd name="csX5" fmla="*/ 1311 w 10904803"/>
                <a:gd name="csY5" fmla="*/ 1142503 h 1348139"/>
                <a:gd name="csX6" fmla="*/ 1036895 w 10904803"/>
                <a:gd name="csY6" fmla="*/ 126928 h 1348139"/>
                <a:gd name="csX0" fmla="*/ 1036895 w 10904803"/>
                <a:gd name="csY0" fmla="*/ 98083 h 1319294"/>
                <a:gd name="csX1" fmla="*/ 6781212 w 10904803"/>
                <a:gd name="csY1" fmla="*/ 208588 h 1319294"/>
                <a:gd name="csX2" fmla="*/ 9883012 w 10904803"/>
                <a:gd name="csY2" fmla="*/ 888213 h 1319294"/>
                <a:gd name="csX3" fmla="*/ 10904803 w 10904803"/>
                <a:gd name="csY3" fmla="*/ 1319294 h 1319294"/>
                <a:gd name="csX4" fmla="*/ 0 w 10904803"/>
                <a:gd name="csY4" fmla="*/ 1319294 h 1319294"/>
                <a:gd name="csX5" fmla="*/ 1311 w 10904803"/>
                <a:gd name="csY5" fmla="*/ 1113658 h 1319294"/>
                <a:gd name="csX6" fmla="*/ 1036895 w 10904803"/>
                <a:gd name="csY6" fmla="*/ 98083 h 1319294"/>
                <a:gd name="csX0" fmla="*/ 1036895 w 10904803"/>
                <a:gd name="csY0" fmla="*/ 117975 h 1339186"/>
                <a:gd name="csX1" fmla="*/ 6781212 w 10904803"/>
                <a:gd name="csY1" fmla="*/ 228480 h 1339186"/>
                <a:gd name="csX2" fmla="*/ 9883012 w 10904803"/>
                <a:gd name="csY2" fmla="*/ 908105 h 1339186"/>
                <a:gd name="csX3" fmla="*/ 10904803 w 10904803"/>
                <a:gd name="csY3" fmla="*/ 1339186 h 1339186"/>
                <a:gd name="csX4" fmla="*/ 0 w 10904803"/>
                <a:gd name="csY4" fmla="*/ 1339186 h 1339186"/>
                <a:gd name="csX5" fmla="*/ 1311 w 10904803"/>
                <a:gd name="csY5" fmla="*/ 1133550 h 1339186"/>
                <a:gd name="csX6" fmla="*/ 1036895 w 10904803"/>
                <a:gd name="csY6" fmla="*/ 117975 h 1339186"/>
                <a:gd name="csX0" fmla="*/ 1036895 w 10904803"/>
                <a:gd name="csY0" fmla="*/ 120959 h 1342170"/>
                <a:gd name="csX1" fmla="*/ 6781212 w 10904803"/>
                <a:gd name="csY1" fmla="*/ 231464 h 1342170"/>
                <a:gd name="csX2" fmla="*/ 9883012 w 10904803"/>
                <a:gd name="csY2" fmla="*/ 911089 h 1342170"/>
                <a:gd name="csX3" fmla="*/ 10904803 w 10904803"/>
                <a:gd name="csY3" fmla="*/ 1342170 h 1342170"/>
                <a:gd name="csX4" fmla="*/ 0 w 10904803"/>
                <a:gd name="csY4" fmla="*/ 1342170 h 1342170"/>
                <a:gd name="csX5" fmla="*/ 1311 w 10904803"/>
                <a:gd name="csY5" fmla="*/ 1136534 h 1342170"/>
                <a:gd name="csX6" fmla="*/ 1036895 w 10904803"/>
                <a:gd name="csY6" fmla="*/ 120959 h 1342170"/>
                <a:gd name="csX0" fmla="*/ 1040765 w 10908673"/>
                <a:gd name="csY0" fmla="*/ 120959 h 1342170"/>
                <a:gd name="csX1" fmla="*/ 6785082 w 10908673"/>
                <a:gd name="csY1" fmla="*/ 231464 h 1342170"/>
                <a:gd name="csX2" fmla="*/ 9886882 w 10908673"/>
                <a:gd name="csY2" fmla="*/ 911089 h 1342170"/>
                <a:gd name="csX3" fmla="*/ 10908673 w 10908673"/>
                <a:gd name="csY3" fmla="*/ 1342170 h 1342170"/>
                <a:gd name="csX4" fmla="*/ 3870 w 10908673"/>
                <a:gd name="csY4" fmla="*/ 1342170 h 1342170"/>
                <a:gd name="csX5" fmla="*/ 5181 w 10908673"/>
                <a:gd name="csY5" fmla="*/ 1136534 h 1342170"/>
                <a:gd name="csX6" fmla="*/ 1040765 w 10908673"/>
                <a:gd name="csY6" fmla="*/ 120959 h 1342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908673" h="1342170">
                  <a:moveTo>
                    <a:pt x="1040765" y="120959"/>
                  </a:moveTo>
                  <a:cubicBezTo>
                    <a:pt x="3867424" y="-138598"/>
                    <a:pt x="5547970" y="77393"/>
                    <a:pt x="6785082" y="231464"/>
                  </a:cubicBezTo>
                  <a:cubicBezTo>
                    <a:pt x="8022194" y="385535"/>
                    <a:pt x="9381516" y="768876"/>
                    <a:pt x="9886882" y="911089"/>
                  </a:cubicBezTo>
                  <a:lnTo>
                    <a:pt x="10908673" y="1342170"/>
                  </a:lnTo>
                  <a:lnTo>
                    <a:pt x="3870" y="1342170"/>
                  </a:lnTo>
                  <a:lnTo>
                    <a:pt x="5181" y="1136534"/>
                  </a:lnTo>
                  <a:cubicBezTo>
                    <a:pt x="17208" y="627248"/>
                    <a:pt x="-180486" y="226144"/>
                    <a:pt x="1040765" y="120959"/>
                  </a:cubicBezTo>
                  <a:close/>
                </a:path>
              </a:pathLst>
            </a:custGeom>
            <a:solidFill>
              <a:srgbClr val="001236">
                <a:alpha val="83922"/>
              </a:srgb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pPr defTabSz="457189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6FBC6AF-1B40-FEB9-54FE-D89AD0B9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407" y="1960335"/>
              <a:ext cx="7689999" cy="2342640"/>
            </a:xfrm>
            <a:custGeom>
              <a:avLst/>
              <a:gdLst>
                <a:gd name="connsiteX0" fmla="*/ 288694 w 10904803"/>
                <a:gd name="connsiteY0" fmla="*/ 361 h 1298575"/>
                <a:gd name="connsiteX1" fmla="*/ 5843485 w 10904803"/>
                <a:gd name="connsiteY1" fmla="*/ 787877 h 1298575"/>
                <a:gd name="connsiteX2" fmla="*/ 10846754 w 10904803"/>
                <a:gd name="connsiteY2" fmla="*/ 1263279 h 1298575"/>
                <a:gd name="connsiteX3" fmla="*/ 10904803 w 10904803"/>
                <a:gd name="connsiteY3" fmla="*/ 1298575 h 1298575"/>
                <a:gd name="connsiteX4" fmla="*/ 0 w 10904803"/>
                <a:gd name="connsiteY4" fmla="*/ 1298575 h 1298575"/>
                <a:gd name="connsiteX5" fmla="*/ 1311 w 10904803"/>
                <a:gd name="connsiteY5" fmla="*/ 1092939 h 1298575"/>
                <a:gd name="connsiteX6" fmla="*/ 288694 w 10904803"/>
                <a:gd name="connsiteY6" fmla="*/ 361 h 1298575"/>
                <a:gd name="connsiteX0" fmla="*/ 288694 w 10904803"/>
                <a:gd name="connsiteY0" fmla="*/ 915 h 1299129"/>
                <a:gd name="connsiteX1" fmla="*/ 7367485 w 10904803"/>
                <a:gd name="connsiteY1" fmla="*/ 386649 h 1299129"/>
                <a:gd name="connsiteX2" fmla="*/ 10846754 w 10904803"/>
                <a:gd name="connsiteY2" fmla="*/ 1263833 h 1299129"/>
                <a:gd name="connsiteX3" fmla="*/ 10904803 w 10904803"/>
                <a:gd name="connsiteY3" fmla="*/ 1299129 h 1299129"/>
                <a:gd name="connsiteX4" fmla="*/ 0 w 10904803"/>
                <a:gd name="connsiteY4" fmla="*/ 1299129 h 1299129"/>
                <a:gd name="connsiteX5" fmla="*/ 1311 w 10904803"/>
                <a:gd name="connsiteY5" fmla="*/ 1093493 h 1299129"/>
                <a:gd name="connsiteX6" fmla="*/ 288694 w 10904803"/>
                <a:gd name="connsiteY6" fmla="*/ 915 h 1299129"/>
                <a:gd name="connsiteX0" fmla="*/ 288694 w 10904803"/>
                <a:gd name="connsiteY0" fmla="*/ 695 h 1298909"/>
                <a:gd name="connsiteX1" fmla="*/ 7103662 w 10904803"/>
                <a:gd name="connsiteY1" fmla="*/ 469556 h 1298909"/>
                <a:gd name="connsiteX2" fmla="*/ 10846754 w 10904803"/>
                <a:gd name="connsiteY2" fmla="*/ 1263613 h 1298909"/>
                <a:gd name="connsiteX3" fmla="*/ 10904803 w 10904803"/>
                <a:gd name="connsiteY3" fmla="*/ 1298909 h 1298909"/>
                <a:gd name="connsiteX4" fmla="*/ 0 w 10904803"/>
                <a:gd name="connsiteY4" fmla="*/ 1298909 h 1298909"/>
                <a:gd name="connsiteX5" fmla="*/ 1311 w 10904803"/>
                <a:gd name="connsiteY5" fmla="*/ 1093273 h 1298909"/>
                <a:gd name="connsiteX6" fmla="*/ 288694 w 10904803"/>
                <a:gd name="connsiteY6" fmla="*/ 695 h 1298909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3021 h 1301235"/>
                <a:gd name="connsiteX1" fmla="*/ 6781212 w 10904803"/>
                <a:gd name="connsiteY1" fmla="*/ 190529 h 1301235"/>
                <a:gd name="connsiteX2" fmla="*/ 9883012 w 10904803"/>
                <a:gd name="connsiteY2" fmla="*/ 870154 h 1301235"/>
                <a:gd name="connsiteX3" fmla="*/ 10904803 w 10904803"/>
                <a:gd name="connsiteY3" fmla="*/ 1301235 h 1301235"/>
                <a:gd name="connsiteX4" fmla="*/ 0 w 10904803"/>
                <a:gd name="connsiteY4" fmla="*/ 1301235 h 1301235"/>
                <a:gd name="connsiteX5" fmla="*/ 1311 w 10904803"/>
                <a:gd name="connsiteY5" fmla="*/ 1095599 h 1301235"/>
                <a:gd name="connsiteX6" fmla="*/ 288694 w 10904803"/>
                <a:gd name="connsiteY6" fmla="*/ 3021 h 1301235"/>
                <a:gd name="connsiteX0" fmla="*/ 669173 w 10904803"/>
                <a:gd name="connsiteY0" fmla="*/ 8922 h 1230133"/>
                <a:gd name="connsiteX1" fmla="*/ 6781212 w 10904803"/>
                <a:gd name="connsiteY1" fmla="*/ 119427 h 1230133"/>
                <a:gd name="connsiteX2" fmla="*/ 9883012 w 10904803"/>
                <a:gd name="connsiteY2" fmla="*/ 799052 h 1230133"/>
                <a:gd name="connsiteX3" fmla="*/ 10904803 w 10904803"/>
                <a:gd name="connsiteY3" fmla="*/ 1230133 h 1230133"/>
                <a:gd name="connsiteX4" fmla="*/ 0 w 10904803"/>
                <a:gd name="connsiteY4" fmla="*/ 1230133 h 1230133"/>
                <a:gd name="connsiteX5" fmla="*/ 1311 w 10904803"/>
                <a:gd name="connsiteY5" fmla="*/ 1024497 h 1230133"/>
                <a:gd name="connsiteX6" fmla="*/ 669173 w 10904803"/>
                <a:gd name="connsiteY6" fmla="*/ 8922 h 1230133"/>
                <a:gd name="connsiteX0" fmla="*/ 669173 w 10904803"/>
                <a:gd name="connsiteY0" fmla="*/ 8922 h 1230133"/>
                <a:gd name="connsiteX1" fmla="*/ 6781212 w 10904803"/>
                <a:gd name="connsiteY1" fmla="*/ 119427 h 1230133"/>
                <a:gd name="connsiteX2" fmla="*/ 9883012 w 10904803"/>
                <a:gd name="connsiteY2" fmla="*/ 799052 h 1230133"/>
                <a:gd name="connsiteX3" fmla="*/ 10904803 w 10904803"/>
                <a:gd name="connsiteY3" fmla="*/ 1230133 h 1230133"/>
                <a:gd name="connsiteX4" fmla="*/ 0 w 10904803"/>
                <a:gd name="connsiteY4" fmla="*/ 1230133 h 1230133"/>
                <a:gd name="connsiteX5" fmla="*/ 1311 w 10904803"/>
                <a:gd name="connsiteY5" fmla="*/ 1024497 h 1230133"/>
                <a:gd name="connsiteX6" fmla="*/ 669173 w 10904803"/>
                <a:gd name="connsiteY6" fmla="*/ 8922 h 1230133"/>
                <a:gd name="csX0" fmla="*/ 2547113 w 10904803"/>
                <a:gd name="csY0" fmla="*/ 38072 h 1176913"/>
                <a:gd name="csX1" fmla="*/ 6781212 w 10904803"/>
                <a:gd name="csY1" fmla="*/ 66207 h 1176913"/>
                <a:gd name="csX2" fmla="*/ 9883012 w 10904803"/>
                <a:gd name="csY2" fmla="*/ 745832 h 1176913"/>
                <a:gd name="csX3" fmla="*/ 10904803 w 10904803"/>
                <a:gd name="csY3" fmla="*/ 1176913 h 1176913"/>
                <a:gd name="csX4" fmla="*/ 0 w 10904803"/>
                <a:gd name="csY4" fmla="*/ 1176913 h 1176913"/>
                <a:gd name="csX5" fmla="*/ 1311 w 10904803"/>
                <a:gd name="csY5" fmla="*/ 971277 h 1176913"/>
                <a:gd name="csX6" fmla="*/ 2547113 w 10904803"/>
                <a:gd name="csY6" fmla="*/ 38072 h 1176913"/>
                <a:gd name="csX0" fmla="*/ 2547113 w 10904803"/>
                <a:gd name="csY0" fmla="*/ 90722 h 1229563"/>
                <a:gd name="csX1" fmla="*/ 6781212 w 10904803"/>
                <a:gd name="csY1" fmla="*/ 118857 h 1229563"/>
                <a:gd name="csX2" fmla="*/ 9883012 w 10904803"/>
                <a:gd name="csY2" fmla="*/ 798482 h 1229563"/>
                <a:gd name="csX3" fmla="*/ 10904803 w 10904803"/>
                <a:gd name="csY3" fmla="*/ 1229563 h 1229563"/>
                <a:gd name="csX4" fmla="*/ 0 w 10904803"/>
                <a:gd name="csY4" fmla="*/ 1229563 h 1229563"/>
                <a:gd name="csX5" fmla="*/ 1311 w 10904803"/>
                <a:gd name="csY5" fmla="*/ 1023927 h 1229563"/>
                <a:gd name="csX6" fmla="*/ 2547113 w 10904803"/>
                <a:gd name="csY6" fmla="*/ 90722 h 1229563"/>
                <a:gd name="csX0" fmla="*/ 2547113 w 10904803"/>
                <a:gd name="csY0" fmla="*/ 90722 h 1229563"/>
                <a:gd name="csX1" fmla="*/ 6781212 w 10904803"/>
                <a:gd name="csY1" fmla="*/ 118857 h 1229563"/>
                <a:gd name="csX2" fmla="*/ 9883012 w 10904803"/>
                <a:gd name="csY2" fmla="*/ 798482 h 1229563"/>
                <a:gd name="csX3" fmla="*/ 10904803 w 10904803"/>
                <a:gd name="csY3" fmla="*/ 1229563 h 1229563"/>
                <a:gd name="csX4" fmla="*/ 0 w 10904803"/>
                <a:gd name="csY4" fmla="*/ 1229563 h 1229563"/>
                <a:gd name="csX5" fmla="*/ 1311 w 10904803"/>
                <a:gd name="csY5" fmla="*/ 1023927 h 1229563"/>
                <a:gd name="csX6" fmla="*/ 2547113 w 10904803"/>
                <a:gd name="csY6" fmla="*/ 90722 h 1229563"/>
                <a:gd name="csX0" fmla="*/ 2338453 w 10904803"/>
                <a:gd name="csY0" fmla="*/ 75531 h 1268092"/>
                <a:gd name="csX1" fmla="*/ 6781212 w 10904803"/>
                <a:gd name="csY1" fmla="*/ 157386 h 1268092"/>
                <a:gd name="csX2" fmla="*/ 9883012 w 10904803"/>
                <a:gd name="csY2" fmla="*/ 837011 h 1268092"/>
                <a:gd name="csX3" fmla="*/ 10904803 w 10904803"/>
                <a:gd name="csY3" fmla="*/ 1268092 h 1268092"/>
                <a:gd name="csX4" fmla="*/ 0 w 10904803"/>
                <a:gd name="csY4" fmla="*/ 1268092 h 1268092"/>
                <a:gd name="csX5" fmla="*/ 1311 w 10904803"/>
                <a:gd name="csY5" fmla="*/ 1062456 h 1268092"/>
                <a:gd name="csX6" fmla="*/ 2338453 w 10904803"/>
                <a:gd name="csY6" fmla="*/ 75531 h 1268092"/>
                <a:gd name="csX0" fmla="*/ 2338453 w 10904803"/>
                <a:gd name="csY0" fmla="*/ 48546 h 1241107"/>
                <a:gd name="csX1" fmla="*/ 6781212 w 10904803"/>
                <a:gd name="csY1" fmla="*/ 130401 h 1241107"/>
                <a:gd name="csX2" fmla="*/ 9883012 w 10904803"/>
                <a:gd name="csY2" fmla="*/ 810026 h 1241107"/>
                <a:gd name="csX3" fmla="*/ 10904803 w 10904803"/>
                <a:gd name="csY3" fmla="*/ 1241107 h 1241107"/>
                <a:gd name="csX4" fmla="*/ 0 w 10904803"/>
                <a:gd name="csY4" fmla="*/ 1241107 h 1241107"/>
                <a:gd name="csX5" fmla="*/ 1311 w 10904803"/>
                <a:gd name="csY5" fmla="*/ 1035471 h 1241107"/>
                <a:gd name="csX6" fmla="*/ 2338453 w 10904803"/>
                <a:gd name="csY6" fmla="*/ 48546 h 1241107"/>
                <a:gd name="csX0" fmla="*/ 2338453 w 10904803"/>
                <a:gd name="csY0" fmla="*/ 30066 h 1222627"/>
                <a:gd name="csX1" fmla="*/ 7148851 w 10904803"/>
                <a:gd name="csY1" fmla="*/ 205035 h 1222627"/>
                <a:gd name="csX2" fmla="*/ 9883012 w 10904803"/>
                <a:gd name="csY2" fmla="*/ 791546 h 1222627"/>
                <a:gd name="csX3" fmla="*/ 10904803 w 10904803"/>
                <a:gd name="csY3" fmla="*/ 1222627 h 1222627"/>
                <a:gd name="csX4" fmla="*/ 0 w 10904803"/>
                <a:gd name="csY4" fmla="*/ 1222627 h 1222627"/>
                <a:gd name="csX5" fmla="*/ 1311 w 10904803"/>
                <a:gd name="csY5" fmla="*/ 1016991 h 1222627"/>
                <a:gd name="csX6" fmla="*/ 2338453 w 10904803"/>
                <a:gd name="csY6" fmla="*/ 30066 h 1222627"/>
                <a:gd name="csX0" fmla="*/ 3441371 w 12007721"/>
                <a:gd name="csY0" fmla="*/ 30066 h 1222627"/>
                <a:gd name="csX1" fmla="*/ 8251769 w 12007721"/>
                <a:gd name="csY1" fmla="*/ 205035 h 1222627"/>
                <a:gd name="csX2" fmla="*/ 10985930 w 12007721"/>
                <a:gd name="csY2" fmla="*/ 791546 h 1222627"/>
                <a:gd name="csX3" fmla="*/ 12007721 w 12007721"/>
                <a:gd name="csY3" fmla="*/ 1222627 h 1222627"/>
                <a:gd name="csX4" fmla="*/ 0 w 12007721"/>
                <a:gd name="csY4" fmla="*/ 1222627 h 1222627"/>
                <a:gd name="csX5" fmla="*/ 1104229 w 12007721"/>
                <a:gd name="csY5" fmla="*/ 1016991 h 1222627"/>
                <a:gd name="csX6" fmla="*/ 3441371 w 12007721"/>
                <a:gd name="csY6" fmla="*/ 30066 h 1222627"/>
                <a:gd name="csX0" fmla="*/ 3441371 w 12007721"/>
                <a:gd name="csY0" fmla="*/ 30066 h 1222627"/>
                <a:gd name="csX1" fmla="*/ 8251769 w 12007721"/>
                <a:gd name="csY1" fmla="*/ 205035 h 1222627"/>
                <a:gd name="csX2" fmla="*/ 10985930 w 12007721"/>
                <a:gd name="csY2" fmla="*/ 791546 h 1222627"/>
                <a:gd name="csX3" fmla="*/ 12007721 w 12007721"/>
                <a:gd name="csY3" fmla="*/ 1222627 h 1222627"/>
                <a:gd name="csX4" fmla="*/ 0 w 12007721"/>
                <a:gd name="csY4" fmla="*/ 1222627 h 1222627"/>
                <a:gd name="csX5" fmla="*/ 339143 w 12007721"/>
                <a:gd name="csY5" fmla="*/ 823600 h 1222627"/>
                <a:gd name="csX6" fmla="*/ 3441371 w 12007721"/>
                <a:gd name="csY6" fmla="*/ 30066 h 1222627"/>
                <a:gd name="csX0" fmla="*/ 3441371 w 12007721"/>
                <a:gd name="csY0" fmla="*/ 30066 h 1222627"/>
                <a:gd name="csX1" fmla="*/ 8251769 w 12007721"/>
                <a:gd name="csY1" fmla="*/ 205035 h 1222627"/>
                <a:gd name="csX2" fmla="*/ 10985930 w 12007721"/>
                <a:gd name="csY2" fmla="*/ 791546 h 1222627"/>
                <a:gd name="csX3" fmla="*/ 12007721 w 12007721"/>
                <a:gd name="csY3" fmla="*/ 1222627 h 1222627"/>
                <a:gd name="csX4" fmla="*/ 0 w 12007721"/>
                <a:gd name="csY4" fmla="*/ 1222627 h 1222627"/>
                <a:gd name="csX5" fmla="*/ 339143 w 12007721"/>
                <a:gd name="csY5" fmla="*/ 823600 h 1222627"/>
                <a:gd name="csX6" fmla="*/ 3441371 w 12007721"/>
                <a:gd name="csY6" fmla="*/ 30066 h 1222627"/>
                <a:gd name="csX0" fmla="*/ 3441371 w 12007721"/>
                <a:gd name="csY0" fmla="*/ 30066 h 1222627"/>
                <a:gd name="csX1" fmla="*/ 8251769 w 12007721"/>
                <a:gd name="csY1" fmla="*/ 205035 h 1222627"/>
                <a:gd name="csX2" fmla="*/ 10985930 w 12007721"/>
                <a:gd name="csY2" fmla="*/ 791546 h 1222627"/>
                <a:gd name="csX3" fmla="*/ 12007721 w 12007721"/>
                <a:gd name="csY3" fmla="*/ 1222627 h 1222627"/>
                <a:gd name="csX4" fmla="*/ 0 w 12007721"/>
                <a:gd name="csY4" fmla="*/ 1222627 h 1222627"/>
                <a:gd name="csX5" fmla="*/ 339143 w 12007721"/>
                <a:gd name="csY5" fmla="*/ 823600 h 1222627"/>
                <a:gd name="csX6" fmla="*/ 3441371 w 12007721"/>
                <a:gd name="csY6" fmla="*/ 30066 h 1222627"/>
                <a:gd name="csX0" fmla="*/ 3967989 w 12534339"/>
                <a:gd name="csY0" fmla="*/ 30066 h 1222627"/>
                <a:gd name="csX1" fmla="*/ 8778387 w 12534339"/>
                <a:gd name="csY1" fmla="*/ 205035 h 1222627"/>
                <a:gd name="csX2" fmla="*/ 11512548 w 12534339"/>
                <a:gd name="csY2" fmla="*/ 791546 h 1222627"/>
                <a:gd name="csX3" fmla="*/ 12534339 w 12534339"/>
                <a:gd name="csY3" fmla="*/ 1222627 h 1222627"/>
                <a:gd name="csX4" fmla="*/ 0 w 12534339"/>
                <a:gd name="csY4" fmla="*/ 1219046 h 1222627"/>
                <a:gd name="csX5" fmla="*/ 865761 w 12534339"/>
                <a:gd name="csY5" fmla="*/ 823600 h 1222627"/>
                <a:gd name="csX6" fmla="*/ 3967989 w 12534339"/>
                <a:gd name="csY6" fmla="*/ 30066 h 1222627"/>
                <a:gd name="csX0" fmla="*/ 2815391 w 12534339"/>
                <a:gd name="csY0" fmla="*/ 32166 h 1206821"/>
                <a:gd name="csX1" fmla="*/ 8778387 w 12534339"/>
                <a:gd name="csY1" fmla="*/ 189229 h 1206821"/>
                <a:gd name="csX2" fmla="*/ 11512548 w 12534339"/>
                <a:gd name="csY2" fmla="*/ 775740 h 1206821"/>
                <a:gd name="csX3" fmla="*/ 12534339 w 12534339"/>
                <a:gd name="csY3" fmla="*/ 1206821 h 1206821"/>
                <a:gd name="csX4" fmla="*/ 0 w 12534339"/>
                <a:gd name="csY4" fmla="*/ 1203240 h 1206821"/>
                <a:gd name="csX5" fmla="*/ 865761 w 12534339"/>
                <a:gd name="csY5" fmla="*/ 807794 h 1206821"/>
                <a:gd name="csX6" fmla="*/ 2815391 w 12534339"/>
                <a:gd name="csY6" fmla="*/ 32166 h 12068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534339" h="1206821">
                  <a:moveTo>
                    <a:pt x="2815391" y="32166"/>
                  </a:moveTo>
                  <a:cubicBezTo>
                    <a:pt x="5467356" y="-60860"/>
                    <a:pt x="7328861" y="65300"/>
                    <a:pt x="8778387" y="189229"/>
                  </a:cubicBezTo>
                  <a:cubicBezTo>
                    <a:pt x="10227913" y="313158"/>
                    <a:pt x="11007182" y="633527"/>
                    <a:pt x="11512548" y="775740"/>
                  </a:cubicBezTo>
                  <a:lnTo>
                    <a:pt x="12534339" y="1206821"/>
                  </a:lnTo>
                  <a:lnTo>
                    <a:pt x="0" y="1203240"/>
                  </a:lnTo>
                  <a:lnTo>
                    <a:pt x="865761" y="807794"/>
                  </a:lnTo>
                  <a:cubicBezTo>
                    <a:pt x="1950897" y="294927"/>
                    <a:pt x="1161884" y="118997"/>
                    <a:pt x="2815391" y="32166"/>
                  </a:cubicBezTo>
                  <a:close/>
                </a:path>
              </a:pathLst>
            </a:custGeom>
            <a:solidFill>
              <a:schemeClr val="accent1">
                <a:alpha val="84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pPr defTabSz="457189">
                <a:defRPr/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8F6D344-E2DD-AEE8-A30F-1C179EFCE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634" y="1960337"/>
              <a:ext cx="5879798" cy="2342638"/>
            </a:xfrm>
            <a:custGeom>
              <a:avLst/>
              <a:gdLst>
                <a:gd name="connsiteX0" fmla="*/ 10805067 w 10805067"/>
                <a:gd name="connsiteY0" fmla="*/ 0 h 1264690"/>
                <a:gd name="connsiteX1" fmla="*/ 10805067 w 10805067"/>
                <a:gd name="connsiteY1" fmla="*/ 1264690 h 1264690"/>
                <a:gd name="connsiteX2" fmla="*/ 0 w 10805067"/>
                <a:gd name="connsiteY2" fmla="*/ 1264690 h 1264690"/>
                <a:gd name="connsiteX3" fmla="*/ 81691 w 10805067"/>
                <a:gd name="connsiteY3" fmla="*/ 1240458 h 1264690"/>
                <a:gd name="connsiteX4" fmla="*/ 1998798 w 10805067"/>
                <a:gd name="connsiteY4" fmla="*/ 1005089 h 1264690"/>
                <a:gd name="connsiteX5" fmla="*/ 3204937 w 10805067"/>
                <a:gd name="connsiteY5" fmla="*/ 585015 h 1264690"/>
                <a:gd name="connsiteX6" fmla="*/ 9973628 w 10805067"/>
                <a:gd name="connsiteY6" fmla="*/ 15377 h 1264690"/>
                <a:gd name="connsiteX0" fmla="*/ 10805067 w 10805067"/>
                <a:gd name="connsiteY0" fmla="*/ 0 h 1264690"/>
                <a:gd name="connsiteX1" fmla="*/ 10805067 w 10805067"/>
                <a:gd name="connsiteY1" fmla="*/ 1264690 h 1264690"/>
                <a:gd name="connsiteX2" fmla="*/ 0 w 10805067"/>
                <a:gd name="connsiteY2" fmla="*/ 1264690 h 1264690"/>
                <a:gd name="connsiteX3" fmla="*/ 81691 w 10805067"/>
                <a:gd name="connsiteY3" fmla="*/ 1240458 h 1264690"/>
                <a:gd name="connsiteX4" fmla="*/ 1510054 w 10805067"/>
                <a:gd name="connsiteY4" fmla="*/ 852689 h 1264690"/>
                <a:gd name="connsiteX5" fmla="*/ 3204937 w 10805067"/>
                <a:gd name="connsiteY5" fmla="*/ 585015 h 1264690"/>
                <a:gd name="connsiteX6" fmla="*/ 9973628 w 10805067"/>
                <a:gd name="connsiteY6" fmla="*/ 15377 h 1264690"/>
                <a:gd name="connsiteX7" fmla="*/ 10805067 w 10805067"/>
                <a:gd name="connsiteY7" fmla="*/ 0 h 1264690"/>
                <a:gd name="connsiteX0" fmla="*/ 10805067 w 10805067"/>
                <a:gd name="connsiteY0" fmla="*/ 0 h 1264690"/>
                <a:gd name="connsiteX1" fmla="*/ 10805067 w 10805067"/>
                <a:gd name="connsiteY1" fmla="*/ 1264690 h 1264690"/>
                <a:gd name="connsiteX2" fmla="*/ 0 w 10805067"/>
                <a:gd name="connsiteY2" fmla="*/ 1264690 h 1264690"/>
                <a:gd name="connsiteX3" fmla="*/ 81691 w 10805067"/>
                <a:gd name="connsiteY3" fmla="*/ 1240458 h 1264690"/>
                <a:gd name="connsiteX4" fmla="*/ 1510054 w 10805067"/>
                <a:gd name="connsiteY4" fmla="*/ 852689 h 1264690"/>
                <a:gd name="connsiteX5" fmla="*/ 3492433 w 10805067"/>
                <a:gd name="connsiteY5" fmla="*/ 467784 h 1264690"/>
                <a:gd name="connsiteX6" fmla="*/ 9973628 w 10805067"/>
                <a:gd name="connsiteY6" fmla="*/ 15377 h 1264690"/>
                <a:gd name="connsiteX7" fmla="*/ 10805067 w 10805067"/>
                <a:gd name="connsiteY7" fmla="*/ 0 h 1264690"/>
                <a:gd name="connsiteX0" fmla="*/ 10805067 w 10805067"/>
                <a:gd name="connsiteY0" fmla="*/ 31516 h 1249313"/>
                <a:gd name="connsiteX1" fmla="*/ 10805067 w 10805067"/>
                <a:gd name="connsiteY1" fmla="*/ 1249313 h 1249313"/>
                <a:gd name="connsiteX2" fmla="*/ 0 w 10805067"/>
                <a:gd name="connsiteY2" fmla="*/ 1249313 h 1249313"/>
                <a:gd name="connsiteX3" fmla="*/ 81691 w 10805067"/>
                <a:gd name="connsiteY3" fmla="*/ 1225081 h 1249313"/>
                <a:gd name="connsiteX4" fmla="*/ 1510054 w 10805067"/>
                <a:gd name="connsiteY4" fmla="*/ 837312 h 1249313"/>
                <a:gd name="connsiteX5" fmla="*/ 3492433 w 10805067"/>
                <a:gd name="connsiteY5" fmla="*/ 452407 h 1249313"/>
                <a:gd name="connsiteX6" fmla="*/ 9973628 w 10805067"/>
                <a:gd name="connsiteY6" fmla="*/ 0 h 1249313"/>
                <a:gd name="connsiteX7" fmla="*/ 10805067 w 10805067"/>
                <a:gd name="connsiteY7" fmla="*/ 31516 h 1249313"/>
                <a:gd name="connsiteX0" fmla="*/ 10805067 w 10805067"/>
                <a:gd name="connsiteY0" fmla="*/ 0 h 1217797"/>
                <a:gd name="connsiteX1" fmla="*/ 10805067 w 10805067"/>
                <a:gd name="connsiteY1" fmla="*/ 1217797 h 1217797"/>
                <a:gd name="connsiteX2" fmla="*/ 0 w 10805067"/>
                <a:gd name="connsiteY2" fmla="*/ 1217797 h 1217797"/>
                <a:gd name="connsiteX3" fmla="*/ 81691 w 10805067"/>
                <a:gd name="connsiteY3" fmla="*/ 1193565 h 1217797"/>
                <a:gd name="connsiteX4" fmla="*/ 1510054 w 10805067"/>
                <a:gd name="connsiteY4" fmla="*/ 805796 h 1217797"/>
                <a:gd name="connsiteX5" fmla="*/ 3492433 w 10805067"/>
                <a:gd name="connsiteY5" fmla="*/ 420891 h 1217797"/>
                <a:gd name="connsiteX6" fmla="*/ 9729256 w 10805067"/>
                <a:gd name="connsiteY6" fmla="*/ 261560 h 1217797"/>
                <a:gd name="connsiteX7" fmla="*/ 10805067 w 10805067"/>
                <a:gd name="connsiteY7" fmla="*/ 0 h 1217797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510054 w 10805067"/>
                <a:gd name="connsiteY4" fmla="*/ 1016812 h 1428813"/>
                <a:gd name="connsiteX5" fmla="*/ 3492433 w 10805067"/>
                <a:gd name="connsiteY5" fmla="*/ 631907 h 1428813"/>
                <a:gd name="connsiteX6" fmla="*/ 9729256 w 10805067"/>
                <a:gd name="connsiteY6" fmla="*/ 472576 h 1428813"/>
                <a:gd name="connsiteX7" fmla="*/ 10805067 w 10805067"/>
                <a:gd name="connsiteY7" fmla="*/ 0 h 1428813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510054 w 10805067"/>
                <a:gd name="connsiteY4" fmla="*/ 1016812 h 1428813"/>
                <a:gd name="connsiteX5" fmla="*/ 3492433 w 10805067"/>
                <a:gd name="connsiteY5" fmla="*/ 631907 h 1428813"/>
                <a:gd name="connsiteX6" fmla="*/ 9585508 w 10805067"/>
                <a:gd name="connsiteY6" fmla="*/ 496022 h 1428813"/>
                <a:gd name="connsiteX7" fmla="*/ 10805067 w 10805067"/>
                <a:gd name="connsiteY7" fmla="*/ 0 h 1428813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510054 w 10805067"/>
                <a:gd name="connsiteY4" fmla="*/ 1016812 h 1428813"/>
                <a:gd name="connsiteX5" fmla="*/ 3492433 w 10805067"/>
                <a:gd name="connsiteY5" fmla="*/ 1112553 h 1428813"/>
                <a:gd name="connsiteX6" fmla="*/ 9585508 w 10805067"/>
                <a:gd name="connsiteY6" fmla="*/ 496022 h 1428813"/>
                <a:gd name="connsiteX7" fmla="*/ 10805067 w 10805067"/>
                <a:gd name="connsiteY7" fmla="*/ 0 h 1428813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625051 w 10805067"/>
                <a:gd name="connsiteY4" fmla="*/ 629951 h 1428813"/>
                <a:gd name="connsiteX5" fmla="*/ 3492433 w 10805067"/>
                <a:gd name="connsiteY5" fmla="*/ 1112553 h 1428813"/>
                <a:gd name="connsiteX6" fmla="*/ 9585508 w 10805067"/>
                <a:gd name="connsiteY6" fmla="*/ 496022 h 1428813"/>
                <a:gd name="connsiteX7" fmla="*/ 10805067 w 10805067"/>
                <a:gd name="connsiteY7" fmla="*/ 0 h 1428813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625051 w 10805067"/>
                <a:gd name="connsiteY4" fmla="*/ 629951 h 1428813"/>
                <a:gd name="connsiteX5" fmla="*/ 3492433 w 10805067"/>
                <a:gd name="connsiteY5" fmla="*/ 1112553 h 1428813"/>
                <a:gd name="connsiteX6" fmla="*/ 9585508 w 10805067"/>
                <a:gd name="connsiteY6" fmla="*/ 496022 h 1428813"/>
                <a:gd name="connsiteX7" fmla="*/ 10805067 w 10805067"/>
                <a:gd name="connsiteY7" fmla="*/ 0 h 1428813"/>
                <a:gd name="connsiteX0" fmla="*/ 10805067 w 10805067"/>
                <a:gd name="connsiteY0" fmla="*/ 0 h 1428813"/>
                <a:gd name="connsiteX1" fmla="*/ 10805067 w 10805067"/>
                <a:gd name="connsiteY1" fmla="*/ 1428813 h 1428813"/>
                <a:gd name="connsiteX2" fmla="*/ 0 w 10805067"/>
                <a:gd name="connsiteY2" fmla="*/ 1428813 h 1428813"/>
                <a:gd name="connsiteX3" fmla="*/ 81691 w 10805067"/>
                <a:gd name="connsiteY3" fmla="*/ 1404581 h 1428813"/>
                <a:gd name="connsiteX4" fmla="*/ 1625051 w 10805067"/>
                <a:gd name="connsiteY4" fmla="*/ 629951 h 1428813"/>
                <a:gd name="connsiteX5" fmla="*/ 3938053 w 10805067"/>
                <a:gd name="connsiteY5" fmla="*/ 1030491 h 1428813"/>
                <a:gd name="connsiteX6" fmla="*/ 9585508 w 10805067"/>
                <a:gd name="connsiteY6" fmla="*/ 496022 h 1428813"/>
                <a:gd name="connsiteX7" fmla="*/ 10805067 w 10805067"/>
                <a:gd name="connsiteY7" fmla="*/ 0 h 1428813"/>
                <a:gd name="connsiteX0" fmla="*/ 11940242 w 11940242"/>
                <a:gd name="connsiteY0" fmla="*/ 0 h 1428813"/>
                <a:gd name="connsiteX1" fmla="*/ 11940242 w 11940242"/>
                <a:gd name="connsiteY1" fmla="*/ 1428813 h 1428813"/>
                <a:gd name="connsiteX2" fmla="*/ 1135175 w 11940242"/>
                <a:gd name="connsiteY2" fmla="*/ 1428813 h 1428813"/>
                <a:gd name="connsiteX3" fmla="*/ 460 w 11940242"/>
                <a:gd name="connsiteY3" fmla="*/ 1404581 h 1428813"/>
                <a:gd name="connsiteX4" fmla="*/ 2760226 w 11940242"/>
                <a:gd name="connsiteY4" fmla="*/ 629951 h 1428813"/>
                <a:gd name="connsiteX5" fmla="*/ 5073228 w 11940242"/>
                <a:gd name="connsiteY5" fmla="*/ 1030491 h 1428813"/>
                <a:gd name="connsiteX6" fmla="*/ 10720683 w 11940242"/>
                <a:gd name="connsiteY6" fmla="*/ 496022 h 1428813"/>
                <a:gd name="connsiteX7" fmla="*/ 11940242 w 11940242"/>
                <a:gd name="connsiteY7" fmla="*/ 0 h 1428813"/>
                <a:gd name="connsiteX0" fmla="*/ 11940242 w 11940242"/>
                <a:gd name="connsiteY0" fmla="*/ 0 h 1428813"/>
                <a:gd name="connsiteX1" fmla="*/ 11940242 w 11940242"/>
                <a:gd name="connsiteY1" fmla="*/ 1428813 h 1428813"/>
                <a:gd name="connsiteX2" fmla="*/ 1135175 w 11940242"/>
                <a:gd name="connsiteY2" fmla="*/ 1428813 h 1428813"/>
                <a:gd name="connsiteX3" fmla="*/ 460 w 11940242"/>
                <a:gd name="connsiteY3" fmla="*/ 1404581 h 1428813"/>
                <a:gd name="connsiteX4" fmla="*/ 2760226 w 11940242"/>
                <a:gd name="connsiteY4" fmla="*/ 629951 h 1428813"/>
                <a:gd name="connsiteX5" fmla="*/ 5073228 w 11940242"/>
                <a:gd name="connsiteY5" fmla="*/ 1030491 h 1428813"/>
                <a:gd name="connsiteX6" fmla="*/ 10720683 w 11940242"/>
                <a:gd name="connsiteY6" fmla="*/ 496022 h 1428813"/>
                <a:gd name="connsiteX7" fmla="*/ 11940242 w 11940242"/>
                <a:gd name="connsiteY7" fmla="*/ 0 h 1428813"/>
                <a:gd name="connsiteX0" fmla="*/ 11940242 w 11940242"/>
                <a:gd name="connsiteY0" fmla="*/ 0 h 1428813"/>
                <a:gd name="connsiteX1" fmla="*/ 11940242 w 11940242"/>
                <a:gd name="connsiteY1" fmla="*/ 1428813 h 1428813"/>
                <a:gd name="connsiteX2" fmla="*/ 1135175 w 11940242"/>
                <a:gd name="connsiteY2" fmla="*/ 1428813 h 1428813"/>
                <a:gd name="connsiteX3" fmla="*/ 460 w 11940242"/>
                <a:gd name="connsiteY3" fmla="*/ 1404581 h 1428813"/>
                <a:gd name="connsiteX4" fmla="*/ 4441729 w 11940242"/>
                <a:gd name="connsiteY4" fmla="*/ 754641 h 1428813"/>
                <a:gd name="connsiteX5" fmla="*/ 5073228 w 11940242"/>
                <a:gd name="connsiteY5" fmla="*/ 1030491 h 1428813"/>
                <a:gd name="connsiteX6" fmla="*/ 10720683 w 11940242"/>
                <a:gd name="connsiteY6" fmla="*/ 496022 h 1428813"/>
                <a:gd name="connsiteX7" fmla="*/ 11940242 w 11940242"/>
                <a:gd name="connsiteY7" fmla="*/ 0 h 1428813"/>
                <a:gd name="connsiteX0" fmla="*/ 11940242 w 11940242"/>
                <a:gd name="connsiteY0" fmla="*/ 0 h 1428813"/>
                <a:gd name="connsiteX1" fmla="*/ 11940242 w 11940242"/>
                <a:gd name="connsiteY1" fmla="*/ 1428813 h 1428813"/>
                <a:gd name="connsiteX2" fmla="*/ 1135175 w 11940242"/>
                <a:gd name="connsiteY2" fmla="*/ 1428813 h 1428813"/>
                <a:gd name="connsiteX3" fmla="*/ 460 w 11940242"/>
                <a:gd name="connsiteY3" fmla="*/ 1404581 h 1428813"/>
                <a:gd name="connsiteX4" fmla="*/ 4441729 w 11940242"/>
                <a:gd name="connsiteY4" fmla="*/ 754641 h 1428813"/>
                <a:gd name="connsiteX5" fmla="*/ 6361189 w 11940242"/>
                <a:gd name="connsiteY5" fmla="*/ 711836 h 1428813"/>
                <a:gd name="connsiteX6" fmla="*/ 10720683 w 11940242"/>
                <a:gd name="connsiteY6" fmla="*/ 496022 h 1428813"/>
                <a:gd name="connsiteX7" fmla="*/ 11940242 w 11940242"/>
                <a:gd name="connsiteY7" fmla="*/ 0 h 1428813"/>
                <a:gd name="connsiteX0" fmla="*/ 11940242 w 11940242"/>
                <a:gd name="connsiteY0" fmla="*/ 0 h 1428813"/>
                <a:gd name="connsiteX1" fmla="*/ 11940242 w 11940242"/>
                <a:gd name="connsiteY1" fmla="*/ 1428813 h 1428813"/>
                <a:gd name="connsiteX2" fmla="*/ 1135175 w 11940242"/>
                <a:gd name="connsiteY2" fmla="*/ 1428813 h 1428813"/>
                <a:gd name="connsiteX3" fmla="*/ 460 w 11940242"/>
                <a:gd name="connsiteY3" fmla="*/ 1404581 h 1428813"/>
                <a:gd name="connsiteX4" fmla="*/ 4441729 w 11940242"/>
                <a:gd name="connsiteY4" fmla="*/ 754641 h 1428813"/>
                <a:gd name="connsiteX5" fmla="*/ 6361189 w 11940242"/>
                <a:gd name="connsiteY5" fmla="*/ 711836 h 1428813"/>
                <a:gd name="connsiteX6" fmla="*/ 10792237 w 11940242"/>
                <a:gd name="connsiteY6" fmla="*/ 149658 h 1428813"/>
                <a:gd name="connsiteX7" fmla="*/ 11940242 w 11940242"/>
                <a:gd name="connsiteY7" fmla="*/ 0 h 142881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441729 w 11940242"/>
                <a:gd name="connsiteY4" fmla="*/ 1031731 h 1705903"/>
                <a:gd name="connsiteX5" fmla="*/ 6361189 w 11940242"/>
                <a:gd name="connsiteY5" fmla="*/ 988926 h 1705903"/>
                <a:gd name="connsiteX6" fmla="*/ 10792237 w 11940242"/>
                <a:gd name="connsiteY6" fmla="*/ 4267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441729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441729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361189 w 11940242"/>
                <a:gd name="connsiteY5" fmla="*/ 98892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705903"/>
                <a:gd name="connsiteX1" fmla="*/ 11940242 w 11940242"/>
                <a:gd name="connsiteY1" fmla="*/ 1705903 h 1705903"/>
                <a:gd name="connsiteX2" fmla="*/ 1135175 w 11940242"/>
                <a:gd name="connsiteY2" fmla="*/ 1705903 h 1705903"/>
                <a:gd name="connsiteX3" fmla="*/ 460 w 11940242"/>
                <a:gd name="connsiteY3" fmla="*/ 1681671 h 1705903"/>
                <a:gd name="connsiteX4" fmla="*/ 4155515 w 11940242"/>
                <a:gd name="connsiteY4" fmla="*/ 1031731 h 1705903"/>
                <a:gd name="connsiteX5" fmla="*/ 6718957 w 11940242"/>
                <a:gd name="connsiteY5" fmla="*/ 808816 h 1705903"/>
                <a:gd name="connsiteX6" fmla="*/ 10255586 w 11940242"/>
                <a:gd name="connsiteY6" fmla="*/ 579148 h 1705903"/>
                <a:gd name="connsiteX7" fmla="*/ 11940242 w 11940242"/>
                <a:gd name="connsiteY7" fmla="*/ 0 h 1705903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155515 w 11940242"/>
                <a:gd name="connsiteY4" fmla="*/ 546822 h 1220994"/>
                <a:gd name="connsiteX5" fmla="*/ 6718957 w 11940242"/>
                <a:gd name="connsiteY5" fmla="*/ 323907 h 1220994"/>
                <a:gd name="connsiteX6" fmla="*/ 10255586 w 11940242"/>
                <a:gd name="connsiteY6" fmla="*/ 94239 h 1220994"/>
                <a:gd name="connsiteX7" fmla="*/ 11940242 w 11940242"/>
                <a:gd name="connsiteY7" fmla="*/ 0 h 1220994"/>
                <a:gd name="connsiteX0" fmla="*/ 11940242 w 11940242"/>
                <a:gd name="connsiteY0" fmla="*/ 38760 h 1259754"/>
                <a:gd name="connsiteX1" fmla="*/ 11940242 w 11940242"/>
                <a:gd name="connsiteY1" fmla="*/ 1259754 h 1259754"/>
                <a:gd name="connsiteX2" fmla="*/ 1135175 w 11940242"/>
                <a:gd name="connsiteY2" fmla="*/ 1259754 h 1259754"/>
                <a:gd name="connsiteX3" fmla="*/ 460 w 11940242"/>
                <a:gd name="connsiteY3" fmla="*/ 1235522 h 1259754"/>
                <a:gd name="connsiteX4" fmla="*/ 4155515 w 11940242"/>
                <a:gd name="connsiteY4" fmla="*/ 585582 h 1259754"/>
                <a:gd name="connsiteX5" fmla="*/ 6718957 w 11940242"/>
                <a:gd name="connsiteY5" fmla="*/ 362667 h 1259754"/>
                <a:gd name="connsiteX6" fmla="*/ 10255586 w 11940242"/>
                <a:gd name="connsiteY6" fmla="*/ 132999 h 1259754"/>
                <a:gd name="connsiteX7" fmla="*/ 11940242 w 11940242"/>
                <a:gd name="connsiteY7" fmla="*/ 38760 h 1259754"/>
                <a:gd name="connsiteX0" fmla="*/ 11940242 w 11940242"/>
                <a:gd name="connsiteY0" fmla="*/ 8556 h 1229550"/>
                <a:gd name="connsiteX1" fmla="*/ 11940242 w 11940242"/>
                <a:gd name="connsiteY1" fmla="*/ 1229550 h 1229550"/>
                <a:gd name="connsiteX2" fmla="*/ 1135175 w 11940242"/>
                <a:gd name="connsiteY2" fmla="*/ 1229550 h 1229550"/>
                <a:gd name="connsiteX3" fmla="*/ 460 w 11940242"/>
                <a:gd name="connsiteY3" fmla="*/ 1205318 h 1229550"/>
                <a:gd name="connsiteX4" fmla="*/ 4155515 w 11940242"/>
                <a:gd name="connsiteY4" fmla="*/ 555378 h 1229550"/>
                <a:gd name="connsiteX5" fmla="*/ 6718957 w 11940242"/>
                <a:gd name="connsiteY5" fmla="*/ 332463 h 1229550"/>
                <a:gd name="connsiteX6" fmla="*/ 9593718 w 11940242"/>
                <a:gd name="connsiteY6" fmla="*/ 158213 h 1229550"/>
                <a:gd name="connsiteX7" fmla="*/ 11940242 w 11940242"/>
                <a:gd name="connsiteY7" fmla="*/ 8556 h 1229550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155515 w 11940242"/>
                <a:gd name="connsiteY4" fmla="*/ 546822 h 1220994"/>
                <a:gd name="connsiteX5" fmla="*/ 6718957 w 11940242"/>
                <a:gd name="connsiteY5" fmla="*/ 323907 h 1220994"/>
                <a:gd name="connsiteX6" fmla="*/ 9593718 w 11940242"/>
                <a:gd name="connsiteY6" fmla="*/ 149657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155515 w 11940242"/>
                <a:gd name="connsiteY4" fmla="*/ 546822 h 1220994"/>
                <a:gd name="connsiteX5" fmla="*/ 6718957 w 11940242"/>
                <a:gd name="connsiteY5" fmla="*/ 323907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155515 w 11940242"/>
                <a:gd name="connsiteY4" fmla="*/ 546822 h 1220994"/>
                <a:gd name="connsiteX5" fmla="*/ 6718957 w 11940242"/>
                <a:gd name="connsiteY5" fmla="*/ 323907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155515 w 11940242"/>
                <a:gd name="connsiteY4" fmla="*/ 546822 h 1220994"/>
                <a:gd name="connsiteX5" fmla="*/ 6718957 w 11940242"/>
                <a:gd name="connsiteY5" fmla="*/ 323907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6718957 w 11940242"/>
                <a:gd name="connsiteY5" fmla="*/ 323907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058836 w 11940242"/>
                <a:gd name="connsiteY5" fmla="*/ 282343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058836 w 11940242"/>
                <a:gd name="connsiteY5" fmla="*/ 282343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255607 w 11940242"/>
                <a:gd name="connsiteY5" fmla="*/ 226925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255607 w 11940242"/>
                <a:gd name="connsiteY5" fmla="*/ 226925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255607 w 11940242"/>
                <a:gd name="connsiteY5" fmla="*/ 226925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255607 w 11940242"/>
                <a:gd name="connsiteY5" fmla="*/ 226925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220994"/>
                <a:gd name="connsiteX1" fmla="*/ 11940242 w 11940242"/>
                <a:gd name="connsiteY1" fmla="*/ 1220994 h 1220994"/>
                <a:gd name="connsiteX2" fmla="*/ 1135175 w 11940242"/>
                <a:gd name="connsiteY2" fmla="*/ 1220994 h 1220994"/>
                <a:gd name="connsiteX3" fmla="*/ 460 w 11940242"/>
                <a:gd name="connsiteY3" fmla="*/ 1196762 h 1220994"/>
                <a:gd name="connsiteX4" fmla="*/ 4763719 w 11940242"/>
                <a:gd name="connsiteY4" fmla="*/ 532968 h 1220994"/>
                <a:gd name="connsiteX5" fmla="*/ 7255607 w 11940242"/>
                <a:gd name="connsiteY5" fmla="*/ 226925 h 1220994"/>
                <a:gd name="connsiteX6" fmla="*/ 8913962 w 11940242"/>
                <a:gd name="connsiteY6" fmla="*/ 191220 h 1220994"/>
                <a:gd name="connsiteX7" fmla="*/ 11940242 w 11940242"/>
                <a:gd name="connsiteY7" fmla="*/ 0 h 1220994"/>
                <a:gd name="connsiteX0" fmla="*/ 11940242 w 11940242"/>
                <a:gd name="connsiteY0" fmla="*/ 0 h 1345685"/>
                <a:gd name="connsiteX1" fmla="*/ 11940242 w 11940242"/>
                <a:gd name="connsiteY1" fmla="*/ 1345685 h 1345685"/>
                <a:gd name="connsiteX2" fmla="*/ 1135175 w 11940242"/>
                <a:gd name="connsiteY2" fmla="*/ 1345685 h 1345685"/>
                <a:gd name="connsiteX3" fmla="*/ 460 w 11940242"/>
                <a:gd name="connsiteY3" fmla="*/ 1321453 h 1345685"/>
                <a:gd name="connsiteX4" fmla="*/ 4763719 w 11940242"/>
                <a:gd name="connsiteY4" fmla="*/ 657659 h 1345685"/>
                <a:gd name="connsiteX5" fmla="*/ 7255607 w 11940242"/>
                <a:gd name="connsiteY5" fmla="*/ 351616 h 1345685"/>
                <a:gd name="connsiteX6" fmla="*/ 8913962 w 11940242"/>
                <a:gd name="connsiteY6" fmla="*/ 315911 h 1345685"/>
                <a:gd name="connsiteX7" fmla="*/ 11940242 w 11940242"/>
                <a:gd name="connsiteY7" fmla="*/ 0 h 1345685"/>
                <a:gd name="connsiteX0" fmla="*/ 11940242 w 11940242"/>
                <a:gd name="connsiteY0" fmla="*/ 0 h 1345685"/>
                <a:gd name="connsiteX1" fmla="*/ 11940242 w 11940242"/>
                <a:gd name="connsiteY1" fmla="*/ 1345685 h 1345685"/>
                <a:gd name="connsiteX2" fmla="*/ 1135175 w 11940242"/>
                <a:gd name="connsiteY2" fmla="*/ 1345685 h 1345685"/>
                <a:gd name="connsiteX3" fmla="*/ 460 w 11940242"/>
                <a:gd name="connsiteY3" fmla="*/ 1321453 h 1345685"/>
                <a:gd name="connsiteX4" fmla="*/ 4763719 w 11940242"/>
                <a:gd name="connsiteY4" fmla="*/ 657659 h 1345685"/>
                <a:gd name="connsiteX5" fmla="*/ 7255607 w 11940242"/>
                <a:gd name="connsiteY5" fmla="*/ 351616 h 1345685"/>
                <a:gd name="connsiteX6" fmla="*/ 8913962 w 11940242"/>
                <a:gd name="connsiteY6" fmla="*/ 315911 h 1345685"/>
                <a:gd name="connsiteX7" fmla="*/ 11940242 w 11940242"/>
                <a:gd name="connsiteY7" fmla="*/ 0 h 1345685"/>
                <a:gd name="connsiteX0" fmla="*/ 12064490 w 12064490"/>
                <a:gd name="connsiteY0" fmla="*/ 0 h 1377383"/>
                <a:gd name="connsiteX1" fmla="*/ 12064490 w 12064490"/>
                <a:gd name="connsiteY1" fmla="*/ 1345685 h 1377383"/>
                <a:gd name="connsiteX2" fmla="*/ 1259423 w 12064490"/>
                <a:gd name="connsiteY2" fmla="*/ 1345685 h 1377383"/>
                <a:gd name="connsiteX3" fmla="*/ 124708 w 12064490"/>
                <a:gd name="connsiteY3" fmla="*/ 1321453 h 1377383"/>
                <a:gd name="connsiteX4" fmla="*/ 4859990 w 12064490"/>
                <a:gd name="connsiteY4" fmla="*/ 657659 h 1377383"/>
                <a:gd name="connsiteX5" fmla="*/ 7379855 w 12064490"/>
                <a:gd name="connsiteY5" fmla="*/ 351616 h 1377383"/>
                <a:gd name="connsiteX6" fmla="*/ 9038210 w 12064490"/>
                <a:gd name="connsiteY6" fmla="*/ 315911 h 1377383"/>
                <a:gd name="connsiteX7" fmla="*/ 12064490 w 12064490"/>
                <a:gd name="connsiteY7" fmla="*/ 0 h 1377383"/>
                <a:gd name="connsiteX0" fmla="*/ 12064490 w 12064490"/>
                <a:gd name="connsiteY0" fmla="*/ 0 h 1377383"/>
                <a:gd name="connsiteX1" fmla="*/ 12064490 w 12064490"/>
                <a:gd name="connsiteY1" fmla="*/ 1345685 h 1377383"/>
                <a:gd name="connsiteX2" fmla="*/ 1259423 w 12064490"/>
                <a:gd name="connsiteY2" fmla="*/ 1345685 h 1377383"/>
                <a:gd name="connsiteX3" fmla="*/ 124708 w 12064490"/>
                <a:gd name="connsiteY3" fmla="*/ 1321453 h 1377383"/>
                <a:gd name="connsiteX4" fmla="*/ 4859990 w 12064490"/>
                <a:gd name="connsiteY4" fmla="*/ 657659 h 1377383"/>
                <a:gd name="connsiteX5" fmla="*/ 7379855 w 12064490"/>
                <a:gd name="connsiteY5" fmla="*/ 351616 h 1377383"/>
                <a:gd name="connsiteX6" fmla="*/ 9038210 w 12064490"/>
                <a:gd name="connsiteY6" fmla="*/ 315911 h 1377383"/>
                <a:gd name="connsiteX7" fmla="*/ 12064490 w 12064490"/>
                <a:gd name="connsiteY7" fmla="*/ 0 h 1377383"/>
                <a:gd name="connsiteX0" fmla="*/ 11313192 w 11313192"/>
                <a:gd name="connsiteY0" fmla="*/ 0 h 1352340"/>
                <a:gd name="connsiteX1" fmla="*/ 11313192 w 11313192"/>
                <a:gd name="connsiteY1" fmla="*/ 1345685 h 1352340"/>
                <a:gd name="connsiteX2" fmla="*/ 508125 w 11313192"/>
                <a:gd name="connsiteY2" fmla="*/ 1345685 h 1352340"/>
                <a:gd name="connsiteX3" fmla="*/ 201530 w 11313192"/>
                <a:gd name="connsiteY3" fmla="*/ 1278831 h 1352340"/>
                <a:gd name="connsiteX4" fmla="*/ 4108692 w 11313192"/>
                <a:gd name="connsiteY4" fmla="*/ 657659 h 1352340"/>
                <a:gd name="connsiteX5" fmla="*/ 6628557 w 11313192"/>
                <a:gd name="connsiteY5" fmla="*/ 351616 h 1352340"/>
                <a:gd name="connsiteX6" fmla="*/ 8286912 w 11313192"/>
                <a:gd name="connsiteY6" fmla="*/ 315911 h 1352340"/>
                <a:gd name="connsiteX7" fmla="*/ 11313192 w 11313192"/>
                <a:gd name="connsiteY7" fmla="*/ 0 h 1352340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600567 w 10805067"/>
                <a:gd name="connsiteY4" fmla="*/ 657659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311579 w 10805067"/>
                <a:gd name="connsiteY4" fmla="*/ 664047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311579 w 10805067"/>
                <a:gd name="connsiteY4" fmla="*/ 664047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311579 w 10805067"/>
                <a:gd name="connsiteY4" fmla="*/ 664047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20432 w 10805067"/>
                <a:gd name="connsiteY5" fmla="*/ 351616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34983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34983 h 1345685"/>
                <a:gd name="connsiteX6" fmla="*/ 7778787 w 10805067"/>
                <a:gd name="connsiteY6" fmla="*/ 31591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34983 h 1345685"/>
                <a:gd name="connsiteX6" fmla="*/ 7778787 w 10805067"/>
                <a:gd name="connsiteY6" fmla="*/ 30205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34983 h 1345685"/>
                <a:gd name="connsiteX6" fmla="*/ 7778787 w 10805067"/>
                <a:gd name="connsiteY6" fmla="*/ 30205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21123 h 1345685"/>
                <a:gd name="connsiteX6" fmla="*/ 7778787 w 10805067"/>
                <a:gd name="connsiteY6" fmla="*/ 30205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21123 h 1345685"/>
                <a:gd name="connsiteX6" fmla="*/ 7778787 w 10805067"/>
                <a:gd name="connsiteY6" fmla="*/ 30205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21123 h 1345685"/>
                <a:gd name="connsiteX6" fmla="*/ 7778787 w 10805067"/>
                <a:gd name="connsiteY6" fmla="*/ 28819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21123 h 1345685"/>
                <a:gd name="connsiteX6" fmla="*/ 7778787 w 10805067"/>
                <a:gd name="connsiteY6" fmla="*/ 288191 h 1345685"/>
                <a:gd name="connsiteX7" fmla="*/ 10805067 w 10805067"/>
                <a:gd name="connsiteY7" fmla="*/ 0 h 1345685"/>
                <a:gd name="connsiteX0" fmla="*/ 10805067 w 10805067"/>
                <a:gd name="connsiteY0" fmla="*/ 0 h 1345685"/>
                <a:gd name="connsiteX1" fmla="*/ 10805067 w 10805067"/>
                <a:gd name="connsiteY1" fmla="*/ 1345685 h 1345685"/>
                <a:gd name="connsiteX2" fmla="*/ 0 w 10805067"/>
                <a:gd name="connsiteY2" fmla="*/ 1345685 h 1345685"/>
                <a:gd name="connsiteX3" fmla="*/ 471167 w 10805067"/>
                <a:gd name="connsiteY3" fmla="*/ 1225552 h 1345685"/>
                <a:gd name="connsiteX4" fmla="*/ 3253782 w 10805067"/>
                <a:gd name="connsiteY4" fmla="*/ 625721 h 1345685"/>
                <a:gd name="connsiteX5" fmla="*/ 6144211 w 10805067"/>
                <a:gd name="connsiteY5" fmla="*/ 321123 h 1345685"/>
                <a:gd name="connsiteX6" fmla="*/ 7778787 w 10805067"/>
                <a:gd name="connsiteY6" fmla="*/ 288191 h 1345685"/>
                <a:gd name="connsiteX7" fmla="*/ 10805067 w 10805067"/>
                <a:gd name="connsiteY7" fmla="*/ 0 h 134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5067" h="1345685">
                  <a:moveTo>
                    <a:pt x="10805067" y="0"/>
                  </a:moveTo>
                  <a:lnTo>
                    <a:pt x="10805067" y="1345685"/>
                  </a:lnTo>
                  <a:lnTo>
                    <a:pt x="0" y="1345685"/>
                  </a:lnTo>
                  <a:cubicBezTo>
                    <a:pt x="27230" y="1337608"/>
                    <a:pt x="-71130" y="1345546"/>
                    <a:pt x="471167" y="1225552"/>
                  </a:cubicBezTo>
                  <a:cubicBezTo>
                    <a:pt x="1013464" y="1105558"/>
                    <a:pt x="1675628" y="873478"/>
                    <a:pt x="3253782" y="625721"/>
                  </a:cubicBezTo>
                  <a:cubicBezTo>
                    <a:pt x="4888673" y="299149"/>
                    <a:pt x="5017130" y="355594"/>
                    <a:pt x="6144211" y="321123"/>
                  </a:cubicBezTo>
                  <a:cubicBezTo>
                    <a:pt x="7555563" y="292589"/>
                    <a:pt x="6311736" y="322264"/>
                    <a:pt x="7778787" y="288191"/>
                  </a:cubicBezTo>
                  <a:cubicBezTo>
                    <a:pt x="9342086" y="236465"/>
                    <a:pt x="10100408" y="262322"/>
                    <a:pt x="10805067" y="0"/>
                  </a:cubicBezTo>
                  <a:close/>
                </a:path>
              </a:pathLst>
            </a:custGeom>
            <a:solidFill>
              <a:schemeClr val="bg1">
                <a:lumMod val="50000"/>
                <a:alpha val="75000"/>
              </a:schemeClr>
            </a:solidFill>
            <a:ln>
              <a:noFill/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pPr defTabSz="457189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Freeform: Shape 83">
              <a:extLst>
                <a:ext uri="{FF2B5EF4-FFF2-40B4-BE49-F238E27FC236}">
                  <a16:creationId xmlns:a16="http://schemas.microsoft.com/office/drawing/2014/main" id="{E438AAB6-3BFC-A972-1EC4-CDF315922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634" y="3363698"/>
              <a:ext cx="5879798" cy="939277"/>
            </a:xfrm>
            <a:custGeom>
              <a:avLst/>
              <a:gdLst>
                <a:gd name="connsiteX0" fmla="*/ 288694 w 10904803"/>
                <a:gd name="connsiteY0" fmla="*/ 361 h 1298575"/>
                <a:gd name="connsiteX1" fmla="*/ 5843485 w 10904803"/>
                <a:gd name="connsiteY1" fmla="*/ 787877 h 1298575"/>
                <a:gd name="connsiteX2" fmla="*/ 10846754 w 10904803"/>
                <a:gd name="connsiteY2" fmla="*/ 1263279 h 1298575"/>
                <a:gd name="connsiteX3" fmla="*/ 10904803 w 10904803"/>
                <a:gd name="connsiteY3" fmla="*/ 1298575 h 1298575"/>
                <a:gd name="connsiteX4" fmla="*/ 0 w 10904803"/>
                <a:gd name="connsiteY4" fmla="*/ 1298575 h 1298575"/>
                <a:gd name="connsiteX5" fmla="*/ 1311 w 10904803"/>
                <a:gd name="connsiteY5" fmla="*/ 1092939 h 1298575"/>
                <a:gd name="connsiteX6" fmla="*/ 288694 w 10904803"/>
                <a:gd name="connsiteY6" fmla="*/ 361 h 1298575"/>
                <a:gd name="connsiteX0" fmla="*/ 288694 w 10904803"/>
                <a:gd name="connsiteY0" fmla="*/ 915 h 1299129"/>
                <a:gd name="connsiteX1" fmla="*/ 7367485 w 10904803"/>
                <a:gd name="connsiteY1" fmla="*/ 386649 h 1299129"/>
                <a:gd name="connsiteX2" fmla="*/ 10846754 w 10904803"/>
                <a:gd name="connsiteY2" fmla="*/ 1263833 h 1299129"/>
                <a:gd name="connsiteX3" fmla="*/ 10904803 w 10904803"/>
                <a:gd name="connsiteY3" fmla="*/ 1299129 h 1299129"/>
                <a:gd name="connsiteX4" fmla="*/ 0 w 10904803"/>
                <a:gd name="connsiteY4" fmla="*/ 1299129 h 1299129"/>
                <a:gd name="connsiteX5" fmla="*/ 1311 w 10904803"/>
                <a:gd name="connsiteY5" fmla="*/ 1093493 h 1299129"/>
                <a:gd name="connsiteX6" fmla="*/ 288694 w 10904803"/>
                <a:gd name="connsiteY6" fmla="*/ 915 h 1299129"/>
                <a:gd name="connsiteX0" fmla="*/ 288694 w 10904803"/>
                <a:gd name="connsiteY0" fmla="*/ 695 h 1298909"/>
                <a:gd name="connsiteX1" fmla="*/ 7103662 w 10904803"/>
                <a:gd name="connsiteY1" fmla="*/ 469556 h 1298909"/>
                <a:gd name="connsiteX2" fmla="*/ 10846754 w 10904803"/>
                <a:gd name="connsiteY2" fmla="*/ 1263613 h 1298909"/>
                <a:gd name="connsiteX3" fmla="*/ 10904803 w 10904803"/>
                <a:gd name="connsiteY3" fmla="*/ 1298909 h 1298909"/>
                <a:gd name="connsiteX4" fmla="*/ 0 w 10904803"/>
                <a:gd name="connsiteY4" fmla="*/ 1298909 h 1298909"/>
                <a:gd name="connsiteX5" fmla="*/ 1311 w 10904803"/>
                <a:gd name="connsiteY5" fmla="*/ 1093273 h 1298909"/>
                <a:gd name="connsiteX6" fmla="*/ 288694 w 10904803"/>
                <a:gd name="connsiteY6" fmla="*/ 695 h 1298909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671 h 1298885"/>
                <a:gd name="connsiteX1" fmla="*/ 7103662 w 10904803"/>
                <a:gd name="connsiteY1" fmla="*/ 469532 h 1298885"/>
                <a:gd name="connsiteX2" fmla="*/ 9883012 w 10904803"/>
                <a:gd name="connsiteY2" fmla="*/ 867804 h 1298885"/>
                <a:gd name="connsiteX3" fmla="*/ 10904803 w 10904803"/>
                <a:gd name="connsiteY3" fmla="*/ 1298885 h 1298885"/>
                <a:gd name="connsiteX4" fmla="*/ 0 w 10904803"/>
                <a:gd name="connsiteY4" fmla="*/ 1298885 h 1298885"/>
                <a:gd name="connsiteX5" fmla="*/ 1311 w 10904803"/>
                <a:gd name="connsiteY5" fmla="*/ 1093249 h 1298885"/>
                <a:gd name="connsiteX6" fmla="*/ 288694 w 10904803"/>
                <a:gd name="connsiteY6" fmla="*/ 671 h 1298885"/>
                <a:gd name="connsiteX0" fmla="*/ 288694 w 10904803"/>
                <a:gd name="connsiteY0" fmla="*/ 3021 h 1301235"/>
                <a:gd name="connsiteX1" fmla="*/ 6781212 w 10904803"/>
                <a:gd name="connsiteY1" fmla="*/ 190529 h 1301235"/>
                <a:gd name="connsiteX2" fmla="*/ 9883012 w 10904803"/>
                <a:gd name="connsiteY2" fmla="*/ 870154 h 1301235"/>
                <a:gd name="connsiteX3" fmla="*/ 10904803 w 10904803"/>
                <a:gd name="connsiteY3" fmla="*/ 1301235 h 1301235"/>
                <a:gd name="connsiteX4" fmla="*/ 0 w 10904803"/>
                <a:gd name="connsiteY4" fmla="*/ 1301235 h 1301235"/>
                <a:gd name="connsiteX5" fmla="*/ 1311 w 10904803"/>
                <a:gd name="connsiteY5" fmla="*/ 1095599 h 1301235"/>
                <a:gd name="connsiteX6" fmla="*/ 288694 w 10904803"/>
                <a:gd name="connsiteY6" fmla="*/ 3021 h 1301235"/>
                <a:gd name="connsiteX0" fmla="*/ 1757324 w 10904803"/>
                <a:gd name="connsiteY0" fmla="*/ 2015 h 1349772"/>
                <a:gd name="connsiteX1" fmla="*/ 6781212 w 10904803"/>
                <a:gd name="connsiteY1" fmla="*/ 239066 h 1349772"/>
                <a:gd name="connsiteX2" fmla="*/ 9883012 w 10904803"/>
                <a:gd name="connsiteY2" fmla="*/ 918691 h 1349772"/>
                <a:gd name="connsiteX3" fmla="*/ 10904803 w 10904803"/>
                <a:gd name="connsiteY3" fmla="*/ 1349772 h 1349772"/>
                <a:gd name="connsiteX4" fmla="*/ 0 w 10904803"/>
                <a:gd name="connsiteY4" fmla="*/ 1349772 h 1349772"/>
                <a:gd name="connsiteX5" fmla="*/ 1311 w 10904803"/>
                <a:gd name="connsiteY5" fmla="*/ 1144136 h 1349772"/>
                <a:gd name="connsiteX6" fmla="*/ 1757324 w 10904803"/>
                <a:gd name="connsiteY6" fmla="*/ 2015 h 1349772"/>
                <a:gd name="connsiteX0" fmla="*/ 1757324 w 10904803"/>
                <a:gd name="connsiteY0" fmla="*/ 236854 h 1584611"/>
                <a:gd name="connsiteX1" fmla="*/ 6781212 w 10904803"/>
                <a:gd name="connsiteY1" fmla="*/ 473905 h 1584611"/>
                <a:gd name="connsiteX2" fmla="*/ 9883012 w 10904803"/>
                <a:gd name="connsiteY2" fmla="*/ 1153530 h 1584611"/>
                <a:gd name="connsiteX3" fmla="*/ 10904803 w 10904803"/>
                <a:gd name="connsiteY3" fmla="*/ 1584611 h 1584611"/>
                <a:gd name="connsiteX4" fmla="*/ 0 w 10904803"/>
                <a:gd name="connsiteY4" fmla="*/ 1584611 h 1584611"/>
                <a:gd name="connsiteX5" fmla="*/ 1311 w 10904803"/>
                <a:gd name="connsiteY5" fmla="*/ 1378975 h 1584611"/>
                <a:gd name="connsiteX6" fmla="*/ 1757324 w 10904803"/>
                <a:gd name="connsiteY6" fmla="*/ 236854 h 1584611"/>
                <a:gd name="connsiteX0" fmla="*/ 1757324 w 10904803"/>
                <a:gd name="connsiteY0" fmla="*/ 236854 h 1584611"/>
                <a:gd name="connsiteX1" fmla="*/ 6781212 w 10904803"/>
                <a:gd name="connsiteY1" fmla="*/ 473905 h 1584611"/>
                <a:gd name="connsiteX2" fmla="*/ 9883012 w 10904803"/>
                <a:gd name="connsiteY2" fmla="*/ 1153530 h 1584611"/>
                <a:gd name="connsiteX3" fmla="*/ 10904803 w 10904803"/>
                <a:gd name="connsiteY3" fmla="*/ 1584611 h 1584611"/>
                <a:gd name="connsiteX4" fmla="*/ 0 w 10904803"/>
                <a:gd name="connsiteY4" fmla="*/ 1584611 h 1584611"/>
                <a:gd name="connsiteX5" fmla="*/ 1311 w 10904803"/>
                <a:gd name="connsiteY5" fmla="*/ 1378975 h 1584611"/>
                <a:gd name="connsiteX6" fmla="*/ 1757324 w 10904803"/>
                <a:gd name="connsiteY6" fmla="*/ 236854 h 1584611"/>
                <a:gd name="connsiteX0" fmla="*/ 1757324 w 10904803"/>
                <a:gd name="connsiteY0" fmla="*/ 286458 h 1634215"/>
                <a:gd name="connsiteX1" fmla="*/ 6398967 w 10904803"/>
                <a:gd name="connsiteY1" fmla="*/ 325336 h 1634215"/>
                <a:gd name="connsiteX2" fmla="*/ 9883012 w 10904803"/>
                <a:gd name="connsiteY2" fmla="*/ 1203134 h 1634215"/>
                <a:gd name="connsiteX3" fmla="*/ 10904803 w 10904803"/>
                <a:gd name="connsiteY3" fmla="*/ 1634215 h 1634215"/>
                <a:gd name="connsiteX4" fmla="*/ 0 w 10904803"/>
                <a:gd name="connsiteY4" fmla="*/ 1634215 h 1634215"/>
                <a:gd name="connsiteX5" fmla="*/ 1311 w 10904803"/>
                <a:gd name="connsiteY5" fmla="*/ 1428579 h 1634215"/>
                <a:gd name="connsiteX6" fmla="*/ 1757324 w 10904803"/>
                <a:gd name="connsiteY6" fmla="*/ 286458 h 1634215"/>
                <a:gd name="connsiteX0" fmla="*/ 1757324 w 10904803"/>
                <a:gd name="connsiteY0" fmla="*/ 292768 h 1640525"/>
                <a:gd name="connsiteX1" fmla="*/ 6398967 w 10904803"/>
                <a:gd name="connsiteY1" fmla="*/ 331646 h 1640525"/>
                <a:gd name="connsiteX2" fmla="*/ 9883012 w 10904803"/>
                <a:gd name="connsiteY2" fmla="*/ 1209444 h 1640525"/>
                <a:gd name="connsiteX3" fmla="*/ 10904803 w 10904803"/>
                <a:gd name="connsiteY3" fmla="*/ 1640525 h 1640525"/>
                <a:gd name="connsiteX4" fmla="*/ 0 w 10904803"/>
                <a:gd name="connsiteY4" fmla="*/ 1640525 h 1640525"/>
                <a:gd name="connsiteX5" fmla="*/ 1311 w 10904803"/>
                <a:gd name="connsiteY5" fmla="*/ 1434889 h 1640525"/>
                <a:gd name="connsiteX6" fmla="*/ 1757324 w 10904803"/>
                <a:gd name="connsiteY6" fmla="*/ 292768 h 1640525"/>
                <a:gd name="connsiteX0" fmla="*/ 1757324 w 10904803"/>
                <a:gd name="connsiteY0" fmla="*/ 367567 h 1715324"/>
                <a:gd name="connsiteX1" fmla="*/ 6238021 w 10904803"/>
                <a:gd name="connsiteY1" fmla="*/ 208271 h 1715324"/>
                <a:gd name="connsiteX2" fmla="*/ 9883012 w 10904803"/>
                <a:gd name="connsiteY2" fmla="*/ 1284243 h 1715324"/>
                <a:gd name="connsiteX3" fmla="*/ 10904803 w 10904803"/>
                <a:gd name="connsiteY3" fmla="*/ 1715324 h 1715324"/>
                <a:gd name="connsiteX4" fmla="*/ 0 w 10904803"/>
                <a:gd name="connsiteY4" fmla="*/ 1715324 h 1715324"/>
                <a:gd name="connsiteX5" fmla="*/ 1311 w 10904803"/>
                <a:gd name="connsiteY5" fmla="*/ 1509688 h 1715324"/>
                <a:gd name="connsiteX6" fmla="*/ 1757324 w 10904803"/>
                <a:gd name="connsiteY6" fmla="*/ 367567 h 1715324"/>
                <a:gd name="connsiteX0" fmla="*/ 1757324 w 10904803"/>
                <a:gd name="connsiteY0" fmla="*/ 278174 h 1625931"/>
                <a:gd name="connsiteX1" fmla="*/ 6238021 w 10904803"/>
                <a:gd name="connsiteY1" fmla="*/ 118878 h 1625931"/>
                <a:gd name="connsiteX2" fmla="*/ 9883012 w 10904803"/>
                <a:gd name="connsiteY2" fmla="*/ 1194850 h 1625931"/>
                <a:gd name="connsiteX3" fmla="*/ 10904803 w 10904803"/>
                <a:gd name="connsiteY3" fmla="*/ 1625931 h 1625931"/>
                <a:gd name="connsiteX4" fmla="*/ 0 w 10904803"/>
                <a:gd name="connsiteY4" fmla="*/ 1625931 h 1625931"/>
                <a:gd name="connsiteX5" fmla="*/ 1311 w 10904803"/>
                <a:gd name="connsiteY5" fmla="*/ 1420295 h 1625931"/>
                <a:gd name="connsiteX6" fmla="*/ 1757324 w 10904803"/>
                <a:gd name="connsiteY6" fmla="*/ 278174 h 1625931"/>
                <a:gd name="connsiteX0" fmla="*/ 1757324 w 10904803"/>
                <a:gd name="connsiteY0" fmla="*/ 278174 h 1625931"/>
                <a:gd name="connsiteX1" fmla="*/ 6238021 w 10904803"/>
                <a:gd name="connsiteY1" fmla="*/ 118878 h 1625931"/>
                <a:gd name="connsiteX2" fmla="*/ 9883012 w 10904803"/>
                <a:gd name="connsiteY2" fmla="*/ 1194850 h 1625931"/>
                <a:gd name="connsiteX3" fmla="*/ 10904803 w 10904803"/>
                <a:gd name="connsiteY3" fmla="*/ 1625931 h 1625931"/>
                <a:gd name="connsiteX4" fmla="*/ 0 w 10904803"/>
                <a:gd name="connsiteY4" fmla="*/ 1625931 h 1625931"/>
                <a:gd name="connsiteX5" fmla="*/ 177557 w 10904803"/>
                <a:gd name="connsiteY5" fmla="*/ 971601 h 1625931"/>
                <a:gd name="connsiteX6" fmla="*/ 1757324 w 10904803"/>
                <a:gd name="connsiteY6" fmla="*/ 278174 h 1625931"/>
                <a:gd name="connsiteX0" fmla="*/ 1757324 w 10904803"/>
                <a:gd name="connsiteY0" fmla="*/ 278174 h 1625931"/>
                <a:gd name="connsiteX1" fmla="*/ 6238021 w 10904803"/>
                <a:gd name="connsiteY1" fmla="*/ 118878 h 1625931"/>
                <a:gd name="connsiteX2" fmla="*/ 9883012 w 10904803"/>
                <a:gd name="connsiteY2" fmla="*/ 1194850 h 1625931"/>
                <a:gd name="connsiteX3" fmla="*/ 10904803 w 10904803"/>
                <a:gd name="connsiteY3" fmla="*/ 1625931 h 1625931"/>
                <a:gd name="connsiteX4" fmla="*/ 0 w 10904803"/>
                <a:gd name="connsiteY4" fmla="*/ 1625931 h 1625931"/>
                <a:gd name="connsiteX5" fmla="*/ 177557 w 10904803"/>
                <a:gd name="connsiteY5" fmla="*/ 971601 h 1625931"/>
                <a:gd name="connsiteX6" fmla="*/ 1757324 w 10904803"/>
                <a:gd name="connsiteY6" fmla="*/ 278174 h 1625931"/>
                <a:gd name="connsiteX0" fmla="*/ 2304615 w 10904803"/>
                <a:gd name="connsiteY0" fmla="*/ 245214 h 1637841"/>
                <a:gd name="connsiteX1" fmla="*/ 6238021 w 10904803"/>
                <a:gd name="connsiteY1" fmla="*/ 130788 h 1637841"/>
                <a:gd name="connsiteX2" fmla="*/ 9883012 w 10904803"/>
                <a:gd name="connsiteY2" fmla="*/ 1206760 h 1637841"/>
                <a:gd name="connsiteX3" fmla="*/ 10904803 w 10904803"/>
                <a:gd name="connsiteY3" fmla="*/ 1637841 h 1637841"/>
                <a:gd name="connsiteX4" fmla="*/ 0 w 10904803"/>
                <a:gd name="connsiteY4" fmla="*/ 1637841 h 1637841"/>
                <a:gd name="connsiteX5" fmla="*/ 177557 w 10904803"/>
                <a:gd name="connsiteY5" fmla="*/ 983511 h 1637841"/>
                <a:gd name="connsiteX6" fmla="*/ 2304615 w 10904803"/>
                <a:gd name="connsiteY6" fmla="*/ 245214 h 1637841"/>
                <a:gd name="connsiteX0" fmla="*/ 2304615 w 10904803"/>
                <a:gd name="connsiteY0" fmla="*/ 245214 h 1637841"/>
                <a:gd name="connsiteX1" fmla="*/ 6238021 w 10904803"/>
                <a:gd name="connsiteY1" fmla="*/ 130788 h 1637841"/>
                <a:gd name="connsiteX2" fmla="*/ 9883012 w 10904803"/>
                <a:gd name="connsiteY2" fmla="*/ 1206760 h 1637841"/>
                <a:gd name="connsiteX3" fmla="*/ 10904803 w 10904803"/>
                <a:gd name="connsiteY3" fmla="*/ 1637841 h 1637841"/>
                <a:gd name="connsiteX4" fmla="*/ 0 w 10904803"/>
                <a:gd name="connsiteY4" fmla="*/ 1637841 h 1637841"/>
                <a:gd name="connsiteX5" fmla="*/ 1151548 w 10904803"/>
                <a:gd name="connsiteY5" fmla="*/ 781598 h 1637841"/>
                <a:gd name="connsiteX6" fmla="*/ 2304615 w 10904803"/>
                <a:gd name="connsiteY6" fmla="*/ 245214 h 1637841"/>
                <a:gd name="connsiteX0" fmla="*/ 2304615 w 10904803"/>
                <a:gd name="connsiteY0" fmla="*/ 245214 h 1637841"/>
                <a:gd name="connsiteX1" fmla="*/ 6238021 w 10904803"/>
                <a:gd name="connsiteY1" fmla="*/ 130788 h 1637841"/>
                <a:gd name="connsiteX2" fmla="*/ 9883012 w 10904803"/>
                <a:gd name="connsiteY2" fmla="*/ 1206760 h 1637841"/>
                <a:gd name="connsiteX3" fmla="*/ 10904803 w 10904803"/>
                <a:gd name="connsiteY3" fmla="*/ 1637841 h 1637841"/>
                <a:gd name="connsiteX4" fmla="*/ 0 w 10904803"/>
                <a:gd name="connsiteY4" fmla="*/ 1637841 h 1637841"/>
                <a:gd name="connsiteX5" fmla="*/ 1151548 w 10904803"/>
                <a:gd name="connsiteY5" fmla="*/ 781598 h 1637841"/>
                <a:gd name="connsiteX6" fmla="*/ 2304615 w 10904803"/>
                <a:gd name="connsiteY6" fmla="*/ 245214 h 1637841"/>
                <a:gd name="connsiteX0" fmla="*/ 2796249 w 10904803"/>
                <a:gd name="connsiteY0" fmla="*/ 216295 h 1676227"/>
                <a:gd name="connsiteX1" fmla="*/ 6238021 w 10904803"/>
                <a:gd name="connsiteY1" fmla="*/ 169174 h 1676227"/>
                <a:gd name="connsiteX2" fmla="*/ 9883012 w 10904803"/>
                <a:gd name="connsiteY2" fmla="*/ 1245146 h 1676227"/>
                <a:gd name="connsiteX3" fmla="*/ 10904803 w 10904803"/>
                <a:gd name="connsiteY3" fmla="*/ 1676227 h 1676227"/>
                <a:gd name="connsiteX4" fmla="*/ 0 w 10904803"/>
                <a:gd name="connsiteY4" fmla="*/ 1676227 h 1676227"/>
                <a:gd name="connsiteX5" fmla="*/ 1151548 w 10904803"/>
                <a:gd name="connsiteY5" fmla="*/ 819984 h 1676227"/>
                <a:gd name="connsiteX6" fmla="*/ 2796249 w 10904803"/>
                <a:gd name="connsiteY6" fmla="*/ 216295 h 1676227"/>
                <a:gd name="connsiteX0" fmla="*/ 2796249 w 10904803"/>
                <a:gd name="connsiteY0" fmla="*/ 225316 h 1685248"/>
                <a:gd name="connsiteX1" fmla="*/ 6238021 w 10904803"/>
                <a:gd name="connsiteY1" fmla="*/ 178195 h 1685248"/>
                <a:gd name="connsiteX2" fmla="*/ 9883012 w 10904803"/>
                <a:gd name="connsiteY2" fmla="*/ 1254167 h 1685248"/>
                <a:gd name="connsiteX3" fmla="*/ 10904803 w 10904803"/>
                <a:gd name="connsiteY3" fmla="*/ 1685248 h 1685248"/>
                <a:gd name="connsiteX4" fmla="*/ 0 w 10904803"/>
                <a:gd name="connsiteY4" fmla="*/ 1685248 h 1685248"/>
                <a:gd name="connsiteX5" fmla="*/ 1151548 w 10904803"/>
                <a:gd name="connsiteY5" fmla="*/ 829005 h 1685248"/>
                <a:gd name="connsiteX6" fmla="*/ 2796249 w 10904803"/>
                <a:gd name="connsiteY6" fmla="*/ 225316 h 1685248"/>
                <a:gd name="connsiteX0" fmla="*/ 2796249 w 10904803"/>
                <a:gd name="connsiteY0" fmla="*/ 225318 h 1685250"/>
                <a:gd name="connsiteX1" fmla="*/ 6238021 w 10904803"/>
                <a:gd name="connsiteY1" fmla="*/ 178197 h 1685250"/>
                <a:gd name="connsiteX2" fmla="*/ 9883012 w 10904803"/>
                <a:gd name="connsiteY2" fmla="*/ 1254169 h 1685250"/>
                <a:gd name="connsiteX3" fmla="*/ 10904803 w 10904803"/>
                <a:gd name="connsiteY3" fmla="*/ 1685250 h 1685250"/>
                <a:gd name="connsiteX4" fmla="*/ 0 w 10904803"/>
                <a:gd name="connsiteY4" fmla="*/ 1685250 h 1685250"/>
                <a:gd name="connsiteX5" fmla="*/ 1151548 w 10904803"/>
                <a:gd name="connsiteY5" fmla="*/ 829007 h 1685250"/>
                <a:gd name="connsiteX6" fmla="*/ 2796249 w 10904803"/>
                <a:gd name="connsiteY6" fmla="*/ 225318 h 1685250"/>
                <a:gd name="connsiteX0" fmla="*/ 2796249 w 10904803"/>
                <a:gd name="connsiteY0" fmla="*/ 177614 h 1637546"/>
                <a:gd name="connsiteX1" fmla="*/ 6238021 w 10904803"/>
                <a:gd name="connsiteY1" fmla="*/ 130493 h 1637546"/>
                <a:gd name="connsiteX2" fmla="*/ 9883012 w 10904803"/>
                <a:gd name="connsiteY2" fmla="*/ 1206465 h 1637546"/>
                <a:gd name="connsiteX3" fmla="*/ 10904803 w 10904803"/>
                <a:gd name="connsiteY3" fmla="*/ 1637546 h 1637546"/>
                <a:gd name="connsiteX4" fmla="*/ 0 w 10904803"/>
                <a:gd name="connsiteY4" fmla="*/ 1637546 h 1637546"/>
                <a:gd name="connsiteX5" fmla="*/ 1151548 w 10904803"/>
                <a:gd name="connsiteY5" fmla="*/ 781303 h 1637546"/>
                <a:gd name="connsiteX6" fmla="*/ 2796249 w 10904803"/>
                <a:gd name="connsiteY6" fmla="*/ 177614 h 163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04803" h="1637546">
                  <a:moveTo>
                    <a:pt x="2796249" y="177614"/>
                  </a:moveTo>
                  <a:cubicBezTo>
                    <a:pt x="5023405" y="-61282"/>
                    <a:pt x="5056894" y="-40982"/>
                    <a:pt x="6238021" y="130493"/>
                  </a:cubicBezTo>
                  <a:cubicBezTo>
                    <a:pt x="7419148" y="301968"/>
                    <a:pt x="9377646" y="1064252"/>
                    <a:pt x="9883012" y="1206465"/>
                  </a:cubicBezTo>
                  <a:lnTo>
                    <a:pt x="10904803" y="1637546"/>
                  </a:lnTo>
                  <a:lnTo>
                    <a:pt x="0" y="1637546"/>
                  </a:lnTo>
                  <a:lnTo>
                    <a:pt x="1151548" y="781303"/>
                  </a:lnTo>
                  <a:cubicBezTo>
                    <a:pt x="1812903" y="406623"/>
                    <a:pt x="1875043" y="413064"/>
                    <a:pt x="2796249" y="177614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0" tIns="25200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600" dirty="0">
                  <a:solidFill>
                    <a:schemeClr val="bg1">
                      <a:alpha val="70000"/>
                    </a:schemeClr>
                  </a:solidFill>
                  <a:latin typeface="+mj-lt"/>
                </a:rPr>
                <a:t>Setup novas </a:t>
              </a:r>
              <a:r>
                <a:rPr lang="pt-BR" sz="1600" dirty="0" err="1">
                  <a:solidFill>
                    <a:schemeClr val="bg1">
                      <a:alpha val="70000"/>
                    </a:schemeClr>
                  </a:solidFill>
                  <a:latin typeface="+mj-lt"/>
                </a:rPr>
                <a:t>capabilities</a:t>
              </a:r>
              <a:endParaRPr lang="pt-BR" sz="1600" dirty="0">
                <a:solidFill>
                  <a:schemeClr val="bg1">
                    <a:alpha val="70000"/>
                  </a:schemeClr>
                </a:solidFill>
                <a:latin typeface="+mj-lt"/>
              </a:endParaRPr>
            </a:p>
            <a:p>
              <a:r>
                <a:rPr lang="pt-BR" sz="1600" baseline="-25000" dirty="0">
                  <a:solidFill>
                    <a:schemeClr val="bg1">
                      <a:alpha val="70000"/>
                    </a:schemeClr>
                  </a:solidFill>
                </a:rPr>
                <a:t>(Próximos passos)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3CC9F4-F232-0E02-DBC3-02ABEA69332C}"/>
                </a:ext>
              </a:extLst>
            </p:cNvPr>
            <p:cNvSpPr txBox="1"/>
            <p:nvPr/>
          </p:nvSpPr>
          <p:spPr>
            <a:xfrm>
              <a:off x="682336" y="2454177"/>
              <a:ext cx="2160000" cy="24622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latin typeface="+mj-lt"/>
                </a:rPr>
                <a:t>Definição estratégica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2A537A-B165-B5E1-3B32-49C8A1EFE5FD}"/>
                </a:ext>
              </a:extLst>
            </p:cNvPr>
            <p:cNvSpPr txBox="1"/>
            <p:nvPr/>
          </p:nvSpPr>
          <p:spPr>
            <a:xfrm>
              <a:off x="706720" y="2913681"/>
              <a:ext cx="2160000" cy="61555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Estratégia de negócios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Sequenciamento de entregas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Mapeamento inicial de gaps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E36B1D-598E-5E76-1870-603C6C8C5843}"/>
                </a:ext>
              </a:extLst>
            </p:cNvPr>
            <p:cNvSpPr txBox="1"/>
            <p:nvPr/>
          </p:nvSpPr>
          <p:spPr>
            <a:xfrm rot="21383977">
              <a:off x="8602546" y="2062911"/>
              <a:ext cx="2677015" cy="161583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10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Ações para viabilizar a estratégia definida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D54182-5F0B-56D1-C523-B5E2BA8AC576}"/>
                </a:ext>
              </a:extLst>
            </p:cNvPr>
            <p:cNvSpPr txBox="1"/>
            <p:nvPr/>
          </p:nvSpPr>
          <p:spPr>
            <a:xfrm>
              <a:off x="682336" y="2157064"/>
              <a:ext cx="1365758" cy="169277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11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Graphik Light" panose="020B0403030202060203" pitchFamily="34" charset="0"/>
                </a:rPr>
                <a:t>Já executado pela XP</a:t>
              </a:r>
            </a:p>
          </p:txBody>
        </p:sp>
        <p:sp>
          <p:nvSpPr>
            <p:cNvPr id="12" name="Freeform: Shape 91">
              <a:extLst>
                <a:ext uri="{FF2B5EF4-FFF2-40B4-BE49-F238E27FC236}">
                  <a16:creationId xmlns:a16="http://schemas.microsoft.com/office/drawing/2014/main" id="{86E28F9B-3A0B-D807-7AB0-8DD8EC400023}"/>
                </a:ext>
              </a:extLst>
            </p:cNvPr>
            <p:cNvSpPr/>
            <p:nvPr/>
          </p:nvSpPr>
          <p:spPr>
            <a:xfrm>
              <a:off x="5916785" y="4302975"/>
              <a:ext cx="5870321" cy="717866"/>
            </a:xfrm>
            <a:custGeom>
              <a:avLst/>
              <a:gdLst>
                <a:gd name="connsiteX0" fmla="*/ 0 w 7224008"/>
                <a:gd name="connsiteY0" fmla="*/ 0 h 301745"/>
                <a:gd name="connsiteX1" fmla="*/ 7224008 w 7224008"/>
                <a:gd name="connsiteY1" fmla="*/ 0 h 301745"/>
                <a:gd name="connsiteX2" fmla="*/ 7224008 w 7224008"/>
                <a:gd name="connsiteY2" fmla="*/ 301745 h 301745"/>
                <a:gd name="connsiteX3" fmla="*/ 1662615 w 7224008"/>
                <a:gd name="connsiteY3" fmla="*/ 301745 h 301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4008" h="301745">
                  <a:moveTo>
                    <a:pt x="0" y="0"/>
                  </a:moveTo>
                  <a:lnTo>
                    <a:pt x="7224008" y="0"/>
                  </a:lnTo>
                  <a:lnTo>
                    <a:pt x="7224008" y="301745"/>
                  </a:lnTo>
                  <a:lnTo>
                    <a:pt x="1662615" y="30174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85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algn="ctr" defTabSz="457189"/>
              <a:r>
                <a:rPr lang="pt-BR" sz="1600" dirty="0">
                  <a:solidFill>
                    <a:schemeClr val="bg1">
                      <a:alpha val="60000"/>
                    </a:schemeClr>
                  </a:solidFill>
                  <a:latin typeface="+mj-lt"/>
                </a:rPr>
                <a:t>Gestão da captura de valor</a:t>
              </a:r>
            </a:p>
            <a:p>
              <a:pPr algn="ctr" defTabSz="457189"/>
              <a:r>
                <a:rPr lang="pt-BR" sz="1600" baseline="-25000" dirty="0">
                  <a:solidFill>
                    <a:schemeClr val="bg1">
                      <a:alpha val="60000"/>
                    </a:schemeClr>
                  </a:solidFill>
                </a:rPr>
                <a:t>(Próximos passos)</a:t>
              </a:r>
              <a:endParaRPr lang="pt-BR" sz="1100" baseline="-25000" dirty="0">
                <a:solidFill>
                  <a:schemeClr val="bg1">
                    <a:alpha val="60000"/>
                  </a:schemeClr>
                </a:solidFill>
              </a:endParaRPr>
            </a:p>
          </p:txBody>
        </p:sp>
        <p:sp>
          <p:nvSpPr>
            <p:cNvPr id="13" name="Arrow: Striped Right 12">
              <a:extLst>
                <a:ext uri="{FF2B5EF4-FFF2-40B4-BE49-F238E27FC236}">
                  <a16:creationId xmlns:a16="http://schemas.microsoft.com/office/drawing/2014/main" id="{6516C3F0-7403-B3FA-DF9A-CA8F532FD136}"/>
                </a:ext>
              </a:extLst>
            </p:cNvPr>
            <p:cNvSpPr/>
            <p:nvPr/>
          </p:nvSpPr>
          <p:spPr>
            <a:xfrm>
              <a:off x="0" y="1411897"/>
              <a:ext cx="11781430" cy="428065"/>
            </a:xfrm>
            <a:prstGeom prst="stripedRightArrow">
              <a:avLst/>
            </a:prstGeom>
            <a:gradFill flip="none" rotWithShape="1">
              <a:gsLst>
                <a:gs pos="3400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Estratégia à execução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C0A3F97D-BD99-4CC1-1EC1-B2F25B208BDF}"/>
                </a:ext>
              </a:extLst>
            </p:cNvPr>
            <p:cNvCxnSpPr>
              <a:cxnSpLocks/>
              <a:stCxn id="3" idx="2"/>
              <a:endCxn id="23" idx="0"/>
            </p:cNvCxnSpPr>
            <p:nvPr/>
          </p:nvCxnSpPr>
          <p:spPr>
            <a:xfrm rot="5400000">
              <a:off x="3890720" y="3690082"/>
              <a:ext cx="288733" cy="150435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C6F2CA9-D64B-7AD9-D904-D362ABFC803B}"/>
                </a:ext>
              </a:extLst>
            </p:cNvPr>
            <p:cNvGrpSpPr/>
            <p:nvPr/>
          </p:nvGrpSpPr>
          <p:grpSpPr>
            <a:xfrm>
              <a:off x="10104120" y="5476108"/>
              <a:ext cx="1706880" cy="738182"/>
              <a:chOff x="10104120" y="5476108"/>
              <a:chExt cx="1706880" cy="738182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408D206-F011-76CD-0475-2F35B72251E0}"/>
                  </a:ext>
                </a:extLst>
              </p:cNvPr>
              <p:cNvSpPr/>
              <p:nvPr/>
            </p:nvSpPr>
            <p:spPr>
              <a:xfrm>
                <a:off x="10104120" y="5684524"/>
                <a:ext cx="1706880" cy="52976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pt-BR" sz="900" i="1" dirty="0">
                    <a:solidFill>
                      <a:schemeClr val="bg1"/>
                    </a:solidFill>
                  </a:rPr>
                  <a:t>Etapas subsequentes do trabalho que são impactadas pela definições da etapa atual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95C6E3-F3DB-2B3F-DDCF-0D9690F5A1EA}"/>
                  </a:ext>
                </a:extLst>
              </p:cNvPr>
              <p:cNvSpPr txBox="1"/>
              <p:nvPr/>
            </p:nvSpPr>
            <p:spPr>
              <a:xfrm>
                <a:off x="10104120" y="5476108"/>
                <a:ext cx="914400" cy="208416"/>
              </a:xfrm>
              <a:prstGeom prst="rect">
                <a:avLst/>
              </a:prstGeom>
            </p:spPr>
            <p:txBody>
              <a:bodyPr vert="horz" wrap="square" lIns="0" tIns="0" rIns="0" bIns="54000" rtlCol="0" anchor="ctr">
                <a:spAutoFit/>
              </a:bodyPr>
              <a:lstStyle/>
              <a:p>
                <a:r>
                  <a:rPr lang="pt-BR" sz="1000" b="1" i="1" dirty="0"/>
                  <a:t>Legenda: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FBEBC4-E7C1-85BD-07BE-596F70621FDB}"/>
                </a:ext>
              </a:extLst>
            </p:cNvPr>
            <p:cNvGrpSpPr/>
            <p:nvPr/>
          </p:nvGrpSpPr>
          <p:grpSpPr>
            <a:xfrm>
              <a:off x="502920" y="4586627"/>
              <a:ext cx="5715000" cy="1692000"/>
              <a:chOff x="381000" y="4537859"/>
              <a:chExt cx="5715000" cy="1692000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2CF149-299A-936F-B8C1-BF62EE9D2FB2}"/>
                  </a:ext>
                </a:extLst>
              </p:cNvPr>
              <p:cNvSpPr txBox="1"/>
              <p:nvPr/>
            </p:nvSpPr>
            <p:spPr>
              <a:xfrm>
                <a:off x="381000" y="4925047"/>
                <a:ext cx="5429194" cy="1231106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spcCol="180000" rtlCol="0" anchor="t">
                <a:spAutoFit/>
              </a:bodyPr>
              <a:lstStyle/>
              <a:p>
                <a:pPr marL="171450" indent="-17145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sz="1000" dirty="0"/>
                  <a:t>Visão integrada do produto de Duplicatas Escriturais </a:t>
                </a:r>
                <a:r>
                  <a:rPr lang="pt-BR" sz="1000" dirty="0" err="1"/>
                  <a:t>end-to-end</a:t>
                </a:r>
                <a:endParaRPr lang="pt-BR" sz="1000" dirty="0"/>
              </a:p>
              <a:p>
                <a:pPr marL="171450" indent="-17145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sz="1000" dirty="0"/>
                  <a:t>Mapa detalhado de </a:t>
                </a:r>
                <a:r>
                  <a:rPr lang="pt-BR" sz="1000" dirty="0" err="1"/>
                  <a:t>capabilities</a:t>
                </a:r>
                <a:r>
                  <a:rPr lang="pt-BR" sz="1000" dirty="0"/>
                  <a:t> com gaps por dimensão (produto, jornada, tecnologia)</a:t>
                </a:r>
              </a:p>
              <a:p>
                <a:pPr marL="171450" indent="-17145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sz="1000" dirty="0"/>
                  <a:t>Estratégia de execução clara, com definição do MVP para janeiro/27</a:t>
                </a:r>
              </a:p>
              <a:p>
                <a:pPr marL="171450" indent="-17145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sz="1000" dirty="0"/>
                  <a:t>Arquitetura-alvo definida e </a:t>
                </a:r>
                <a:r>
                  <a:rPr lang="pt-BR" sz="1000" dirty="0" err="1"/>
                  <a:t>capabilities</a:t>
                </a:r>
                <a:r>
                  <a:rPr lang="pt-BR" sz="1000" dirty="0"/>
                  <a:t> priorizadas para o MVP</a:t>
                </a:r>
              </a:p>
              <a:p>
                <a:pPr marL="171450" indent="-17145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sz="1000" dirty="0"/>
                  <a:t>Roadmap integrado até o go-live (sequenciamento, dependências e marcos)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2F94CEC-CC77-C157-1E2C-26A19881A0A1}"/>
                  </a:ext>
                </a:extLst>
              </p:cNvPr>
              <p:cNvSpPr/>
              <p:nvPr/>
            </p:nvSpPr>
            <p:spPr>
              <a:xfrm>
                <a:off x="5932565" y="4537859"/>
                <a:ext cx="163435" cy="1692000"/>
              </a:xfrm>
              <a:prstGeom prst="rect">
                <a:avLst/>
              </a:prstGeom>
              <a:solidFill>
                <a:srgbClr val="B029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2A6695-E890-B5EB-5D1F-C38990901D5F}"/>
                  </a:ext>
                </a:extLst>
              </p:cNvPr>
              <p:cNvSpPr txBox="1"/>
              <p:nvPr/>
            </p:nvSpPr>
            <p:spPr>
              <a:xfrm>
                <a:off x="381000" y="4537860"/>
                <a:ext cx="5559971" cy="297407"/>
              </a:xfrm>
              <a:prstGeom prst="rect">
                <a:avLst/>
              </a:prstGeom>
              <a:gradFill>
                <a:gsLst>
                  <a:gs pos="100000">
                    <a:schemeClr val="bg1"/>
                  </a:gs>
                  <a:gs pos="48000">
                    <a:srgbClr val="B029FF"/>
                  </a:gs>
                </a:gsLst>
                <a:lin ang="10800000" scaled="0"/>
              </a:gradFill>
            </p:spPr>
            <p:txBody>
              <a:bodyPr vert="horz" wrap="none" lIns="144000" tIns="0" rIns="0" bIns="0" rtlCol="0" anchor="ctr">
                <a:noAutofit/>
              </a:bodyPr>
              <a:lstStyle/>
              <a:p>
                <a:pPr algn="r"/>
                <a:r>
                  <a:rPr lang="pt-BR" sz="1200" b="1" i="1" dirty="0">
                    <a:solidFill>
                      <a:schemeClr val="bg1"/>
                    </a:solidFill>
                  </a:rPr>
                  <a:t>Resultados esperados na conclusão dessa etapa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507677-DF97-D813-E201-8B60EEC0CCD0}"/>
                </a:ext>
              </a:extLst>
            </p:cNvPr>
            <p:cNvSpPr txBox="1"/>
            <p:nvPr/>
          </p:nvSpPr>
          <p:spPr>
            <a:xfrm>
              <a:off x="3543767" y="2454177"/>
              <a:ext cx="4057945" cy="24622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pt-BR" sz="1600" dirty="0">
                  <a:solidFill>
                    <a:schemeClr val="bg1"/>
                  </a:solidFill>
                  <a:latin typeface="+mj-lt"/>
                </a:rPr>
                <a:t>Detalhamento do produto e plano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0013A7-21F1-129D-2ADA-8BA6A6B7E423}"/>
                </a:ext>
              </a:extLst>
            </p:cNvPr>
            <p:cNvSpPr txBox="1"/>
            <p:nvPr/>
          </p:nvSpPr>
          <p:spPr>
            <a:xfrm>
              <a:off x="3543767" y="2157064"/>
              <a:ext cx="1516441" cy="169277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11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Graphik Light" panose="020B0403030202060203" pitchFamily="34" charset="0"/>
                </a:rPr>
                <a:t>Escopo desta proposta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329E26E-17EE-3D44-13CC-F98D58F0D646}"/>
                </a:ext>
              </a:extLst>
            </p:cNvPr>
            <p:cNvSpPr txBox="1"/>
            <p:nvPr/>
          </p:nvSpPr>
          <p:spPr>
            <a:xfrm>
              <a:off x="3543766" y="2913681"/>
              <a:ext cx="2895133" cy="107721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Visão de produto </a:t>
              </a:r>
              <a:r>
                <a:rPr lang="pt-BR" sz="1000" dirty="0" err="1">
                  <a:solidFill>
                    <a:schemeClr val="bg1"/>
                  </a:solidFill>
                </a:rPr>
                <a:t>end-to-end</a:t>
              </a:r>
              <a:endParaRPr lang="pt-BR" sz="1000" dirty="0">
                <a:solidFill>
                  <a:schemeClr val="bg1"/>
                </a:solidFill>
              </a:endParaRP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Mapa de </a:t>
              </a:r>
              <a:r>
                <a:rPr lang="pt-BR" sz="1000" dirty="0" err="1">
                  <a:solidFill>
                    <a:schemeClr val="bg1"/>
                  </a:solidFill>
                </a:rPr>
                <a:t>capabilities</a:t>
              </a:r>
              <a:r>
                <a:rPr lang="pt-BR" sz="1000" dirty="0">
                  <a:solidFill>
                    <a:schemeClr val="bg1"/>
                  </a:solidFill>
                </a:rPr>
                <a:t> completo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Estratégia de execução e definição do MVP</a:t>
              </a: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Arquitetura-alvo e priorização de </a:t>
              </a:r>
              <a:r>
                <a:rPr lang="pt-BR" sz="1000" dirty="0" err="1">
                  <a:solidFill>
                    <a:schemeClr val="bg1"/>
                  </a:solidFill>
                </a:rPr>
                <a:t>capabilities</a:t>
              </a:r>
              <a:endParaRPr lang="pt-BR" sz="1000" dirty="0">
                <a:solidFill>
                  <a:schemeClr val="bg1"/>
                </a:solidFill>
              </a:endParaRPr>
            </a:p>
            <a:p>
              <a:pPr marL="108000" indent="-10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</a:rPr>
                <a:t>Roadmap integrado do MVP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9D4A55-0991-BAE1-52FA-BC66B78B76E3}"/>
                </a:ext>
              </a:extLst>
            </p:cNvPr>
            <p:cNvSpPr txBox="1"/>
            <p:nvPr/>
          </p:nvSpPr>
          <p:spPr>
            <a:xfrm>
              <a:off x="9428967" y="2608760"/>
              <a:ext cx="2063721" cy="4924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1600" dirty="0">
                  <a:solidFill>
                    <a:schemeClr val="bg1">
                      <a:alpha val="60000"/>
                    </a:schemeClr>
                  </a:solidFill>
                  <a:latin typeface="+mj-lt"/>
                </a:rPr>
                <a:t>Go-live e operação em escala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504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Graphik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2026-05-02T20:42:28Z</dcterms:created>
  <dcterms:modified xsi:type="dcterms:W3CDTF">2026-05-02T20:42:28Z</dcterms:modified>
</cp:coreProperties>
</file>