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DC97-8E61-73ED-78B2-B723CF421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63E70-CD8C-9C75-ED05-309533339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03BB6-1968-73FB-A551-EFC0127E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D94AE-82E6-004B-70A1-0C269E22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EBE95-D9EB-1B92-EA05-28207078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65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FFFF-5717-B1C2-9830-EF628583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B9A9F-5F5B-EB1B-53D2-65F2FB342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6C75E-D610-6651-52D8-627EC4DA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96F19-2948-01F4-7BF4-C6FCECEB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EF9E0-D8EC-200A-A08C-6675B850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49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0B65-864C-E71C-930D-1C9C3593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5A965-BF2C-7B68-6108-551D13637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D7C84-39D1-C8D4-C8E3-1F13A976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9337-68C2-5E77-0663-1BC64529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6B88-07D8-1081-7EAC-F84728FA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17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C503-A94A-824E-953B-C169A594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C68EE-4A5B-9C9C-7DD6-ABAE41A6A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071A1-1858-5EC6-168B-F5B37E71A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5FECB-467A-BD01-682E-CDC6EA14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E0293-0E5D-77E1-D06D-7856964D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38E17-1932-3653-75ED-D51D4704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26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E86C-EB4B-23A9-E476-A05607BF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D1DAC-8D03-CF86-D692-1511712C9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1618C-C830-7A01-D667-CEFD95B1E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94D94-9184-77FB-CD62-E915E9B10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CABA5-D613-2E91-0722-BA01B0AC1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7BD79B-9914-ABA3-9917-BF2D82C4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22CFB-4A9A-8FF9-CFBE-B17BF8E4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A6434-E5E7-305E-9175-F16EBEE7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78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D352-938A-EAB1-0AAD-09BF8F8F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4EB44-C056-7FE7-580A-AC5A0526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578B0-676F-E9B6-A7A8-8D1A7658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D7FC5-334B-4B3E-5E5F-05E02B63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00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42D32-C0D6-B099-4A05-13C85EBD4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E0F3-7BC5-7173-E220-6A0044BF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01425-91B9-D43B-9349-B39D0FB4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01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0047-4E60-6114-AA14-AD0CA8AE0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BAB6A-8F92-49EB-CA77-2468E62B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6A77C-3FCC-4F7D-B00A-D9CF8F33F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AA596-7E60-1EAF-FCAD-FF71015C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39C8C-C5B2-2F1D-A1A1-B2BE6237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33DB3-A880-7CF4-44BB-3C3AD46A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36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4262-7ED9-5457-5A72-722801FD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A2BAB-8874-8D66-737E-B4C677EBB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41E94-D848-4558-66E4-880B8C353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B551E-6B4A-118C-0C77-52587B88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67120-F20A-1E11-545A-1AEED5B8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67E9D-292B-2BD4-0C3C-667257BA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26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4981-88F2-328A-CB05-A1B8C099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D3F91-748B-25A6-621B-E46F2F074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058C9-B4C6-61F8-D664-7F7FDE7D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94106-3058-C404-C1A9-B9F61661F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F0E6E-CF61-B47A-2EC4-05DC727E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48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A0734-74D0-6252-AA50-A9C0765CD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F067F-EDDD-EEF1-6D29-8C9AD2B0E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20280-D1BC-7547-A11D-CDB0AADA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B8A4-051B-FA23-748A-FBBA1CEE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5C0A3-CE1C-2249-9C25-192DE435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60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D9068-FEE4-1A01-CDEE-32BE559B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BB77E-0D33-D561-D96D-2097EC08F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56087-0256-FEF7-C1C2-D305CE428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C7CAA1-FDCC-4A2B-BEBA-27E902B5792B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E140-D49F-DA8A-0953-4F6CE89AF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B7E5-CFF7-13BB-A0E6-C2A17F773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C65737-8F91-4360-B66B-508B2C919D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90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929287-CB01-EC53-DFD1-AE0504CBE170}"/>
              </a:ext>
            </a:extLst>
          </p:cNvPr>
          <p:cNvGrpSpPr/>
          <p:nvPr/>
        </p:nvGrpSpPr>
        <p:grpSpPr>
          <a:xfrm>
            <a:off x="6747052" y="1924304"/>
            <a:ext cx="87165" cy="4464000"/>
            <a:chOff x="5916472" y="1761744"/>
            <a:chExt cx="87165" cy="44640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7D80A91-4A4E-EC99-4302-70DB3DF2A9C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940588" y="1761744"/>
              <a:ext cx="0" cy="19800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7494863-331F-07B9-583F-2AA1F8AF49C2}"/>
                </a:ext>
              </a:extLst>
            </p:cNvPr>
            <p:cNvCxnSpPr>
              <a:cxnSpLocks/>
            </p:cNvCxnSpPr>
            <p:nvPr/>
          </p:nvCxnSpPr>
          <p:spPr>
            <a:xfrm>
              <a:off x="5940588" y="4245744"/>
              <a:ext cx="0" cy="19800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B32ECF84-5DDD-AC13-4EB0-F461EF2496C0}"/>
                </a:ext>
              </a:extLst>
            </p:cNvPr>
            <p:cNvSpPr/>
            <p:nvPr/>
          </p:nvSpPr>
          <p:spPr>
            <a:xfrm>
              <a:off x="5916472" y="3856963"/>
              <a:ext cx="87165" cy="273563"/>
            </a:xfrm>
            <a:prstGeom prst="chevr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9692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2026-05-21T10:55:39Z</dcterms:created>
  <dcterms:modified xsi:type="dcterms:W3CDTF">2026-05-21T10:55:39Z</dcterms:modified>
</cp:coreProperties>
</file>