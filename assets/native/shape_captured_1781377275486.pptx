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7018-D24E-E258-2B32-94C817F9C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AEF1C-2E61-33C4-6660-684401CD9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CD8B0-13B5-1A81-593B-062BD9F82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13A6-47E9-4B7F-98A5-B80E488C5DB7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7325F-8A82-2200-C7C0-02C7EE05A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5E34A-1E59-4C70-360E-C97A1E4B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A46F-B8FE-48F0-BEBD-F971D1EAE1C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432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44037-8128-99F9-A4F8-68B676E1D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663D8-3B08-B0DB-EC63-C2F280184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B32E0-E0F4-B483-241D-7D8AE115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13A6-47E9-4B7F-98A5-B80E488C5DB7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EB4C-DA39-D330-80A7-AFF098AB9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1B662-19A0-F184-E27F-EEF0D30E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A46F-B8FE-48F0-BEBD-F971D1EAE1C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4782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E2947-7CFA-2097-82E5-EBBDAABA9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382E7-F4D0-4AE8-1AE7-C50C86551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5F7F9-A116-680E-01E4-2C96AF0B3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13A6-47E9-4B7F-98A5-B80E488C5DB7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CE743-8345-3DAC-5A2D-142E43A6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D7D58-81A7-EF8F-DBDC-851C08BAE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A46F-B8FE-48F0-BEBD-F971D1EAE1C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62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0337-7ACA-0BA2-0E34-D40750B1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E2189-CE7D-C592-7E71-2CE2CCD59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99BFE-D909-9397-C8DC-7290671B4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50F6C-8213-AB4E-D07B-C87DA2995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13A6-47E9-4B7F-98A5-B80E488C5DB7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5228C-DFF8-7E8A-8467-0FCDF5C77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85970-BBA5-6B22-615E-38B83735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A46F-B8FE-48F0-BEBD-F971D1EAE1C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8505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ACA84-3EF6-5665-B4BA-46EE74A99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65CD7-C624-DDD5-34AB-C6FE8FF38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216E7-D0D7-A5B7-BF39-7FBA3FD6C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8FFADE-7745-3544-0393-0BBE27C92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E729BF-D7D6-5F93-40CF-58A7C4B031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A3DFD2-B73D-BBBD-BD55-AD277D8E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13A6-47E9-4B7F-98A5-B80E488C5DB7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04741F-375A-7C90-62F2-54BD1DFF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D4146-FD8A-F434-03C6-1A112267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A46F-B8FE-48F0-BEBD-F971D1EAE1C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6907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E44B-A61E-FBEB-6CA2-C150E945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3916F6-1B34-7287-C527-1E0FC9765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13A6-47E9-4B7F-98A5-B80E488C5DB7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91D9F-A15F-6522-D1B6-78135B186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ECF48-1C54-EED2-8F6C-6C1AD0DC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A46F-B8FE-48F0-BEBD-F971D1EAE1C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347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8FAB48-981A-5163-BEBB-A907776F5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13A6-47E9-4B7F-98A5-B80E488C5DB7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BEF349-2899-AB79-9DDA-4F9370F0A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9E511-8C84-E5B2-2452-024AD73BE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A46F-B8FE-48F0-BEBD-F971D1EAE1C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095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70D7-6B77-AEB2-C944-F3B624FA1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D5F1A-60B2-6F5D-36E8-6B782C08C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5A95C-8C01-CA2C-F823-BFCCBE290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862E7-808C-2BEA-E054-30E9C6696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13A6-47E9-4B7F-98A5-B80E488C5DB7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12AAF-C431-8996-214D-7209A33A9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245AE-7470-639B-57BF-5F516BCE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A46F-B8FE-48F0-BEBD-F971D1EAE1C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295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E35F2-E830-233C-CA94-84503621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099C85-7D33-5784-ABD7-9673EACA72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F4CB8-0FBB-63A4-82BB-C600DA077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8457A-025F-9BC8-7D02-E6239F13E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13A6-47E9-4B7F-98A5-B80E488C5DB7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AECEB-050C-62B7-A010-66191414A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DA91E-7C2A-3143-0BAD-18258914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A46F-B8FE-48F0-BEBD-F971D1EAE1C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3255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2A073-E1F9-B827-625E-4E973A00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22639D-703A-A7C1-DC9A-E4650B71D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80891-1F5D-6C43-C229-01723FFA4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13A6-47E9-4B7F-98A5-B80E488C5DB7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66398-66CB-E324-CF83-A3DFEBB28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BCA23-9081-3627-01B6-63AAD9E8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A46F-B8FE-48F0-BEBD-F971D1EAE1C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196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95EFA-D8A1-D7B8-1136-B331B1DF61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B11B4-8634-6C5D-36F1-C5D21E354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578DB-1A57-6393-4831-F95CAC747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13A6-47E9-4B7F-98A5-B80E488C5DB7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49A3C-84F4-452D-38F0-938054FDC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CE163-EA21-5DB1-6282-5A6286B9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A46F-B8FE-48F0-BEBD-F971D1EAE1C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0667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0DA010-B6FE-41AB-4ADC-A14EDC1A3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6D57A-4D0B-1F2F-274B-6913E2E1C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74247-02C1-81BA-57D3-8ECAFC82D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013A6-47E9-4B7F-98A5-B80E488C5DB7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F0336-2C3E-6A68-25C0-B07E80635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27F67-65D5-959A-C3DB-A60714929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E6A46F-B8FE-48F0-BEBD-F971D1EAE1C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795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09C822A-D4C6-2118-7D56-215DA796C19C}"/>
              </a:ext>
            </a:extLst>
          </p:cNvPr>
          <p:cNvGrpSpPr/>
          <p:nvPr/>
        </p:nvGrpSpPr>
        <p:grpSpPr>
          <a:xfrm>
            <a:off x="6384022" y="1638777"/>
            <a:ext cx="360000" cy="4679999"/>
            <a:chOff x="6384022" y="1638777"/>
            <a:chExt cx="360000" cy="4679999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645E4EE-A8F8-4BFC-84E7-96AF92069FD6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>
              <a:off x="6564022" y="1998776"/>
              <a:ext cx="0" cy="432000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D7F9A5C-834B-D9F6-CA8E-B77AB0607DC5}"/>
                </a:ext>
              </a:extLst>
            </p:cNvPr>
            <p:cNvSpPr/>
            <p:nvPr/>
          </p:nvSpPr>
          <p:spPr>
            <a:xfrm>
              <a:off x="6384022" y="1638777"/>
              <a:ext cx="360000" cy="3600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dirty="0" err="1"/>
            </a:p>
          </p:txBody>
        </p:sp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81084481-B626-CD99-4ADA-E1D5DC4CDF8B}"/>
                </a:ext>
              </a:extLst>
            </p:cNvPr>
            <p:cNvSpPr/>
            <p:nvPr/>
          </p:nvSpPr>
          <p:spPr>
            <a:xfrm>
              <a:off x="6492022" y="1710777"/>
              <a:ext cx="144000" cy="21600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26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2026-06-13T19:01:17Z</dcterms:created>
  <dcterms:modified xsi:type="dcterms:W3CDTF">2026-06-13T19:01:17Z</dcterms:modified>
</cp:coreProperties>
</file>