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097D0-841A-07DB-881F-0DC376AC21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5B05B6-2C29-9312-2928-4FDC1D38E4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967FC-FDF0-2E31-AB27-C115B684E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7ABF2-86DF-43A4-BA12-4810394BE7EC}" type="datetimeFigureOut">
              <a:rPr lang="es-CO" smtClean="0"/>
              <a:t>18/02/2026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3EBD9-9552-39C1-59BF-E7419B65C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538E4-D1EF-EEEA-B44A-3C95CA27A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321D4-BA22-4FF1-AAA5-5D37E1891273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2652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695A3-396F-C793-4FBA-73BFE877C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CCA90-0FA1-F329-173C-FD73EF03C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61D29-9005-1931-8541-F923E41B4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7ABF2-86DF-43A4-BA12-4810394BE7EC}" type="datetimeFigureOut">
              <a:rPr lang="es-CO" smtClean="0"/>
              <a:t>18/02/2026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B57B59-0534-C8EA-C952-74893D081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4282F-C60A-A194-4D46-2CAAB608A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321D4-BA22-4FF1-AAA5-5D37E1891273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58520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3F92C-746B-0C4E-9D51-02D82B145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F86911-A069-06F2-CCEE-8890D8D929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C00AE-E76E-E0FF-952B-4FAC0F213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7ABF2-86DF-43A4-BA12-4810394BE7EC}" type="datetimeFigureOut">
              <a:rPr lang="es-CO" smtClean="0"/>
              <a:t>18/02/2026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C0B33F-4AD3-EF50-807B-ADA617E97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19443-B303-19AD-B3D9-554B8C977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321D4-BA22-4FF1-AAA5-5D37E1891273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84709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0D11D-C65D-48EE-ACBE-41362CD6F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9745B-4FDF-0B93-364A-5215FF3130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778B29-4D48-5975-DCBB-136D209EAD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BABB1A-FE03-372A-E45E-94A72BB79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7ABF2-86DF-43A4-BA12-4810394BE7EC}" type="datetimeFigureOut">
              <a:rPr lang="es-CO" smtClean="0"/>
              <a:t>18/02/2026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8E40A3-7BAA-907C-36FD-C8E5E07F4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5A9942-340D-7D4D-41F4-B0E63C3C9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321D4-BA22-4FF1-AAA5-5D37E1891273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28793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D71BB-26D3-8890-FE96-DC0E57E00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48B951-EE92-4F8D-6968-701151B5C1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95E011-629B-1A51-A879-7AAF64B6FA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82626-5F66-98B3-AC63-32CF6911DC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EA09C2-D495-2997-7341-A54D02B4A1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23EE9F-791D-89C8-A1EB-713EE0DEE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7ABF2-86DF-43A4-BA12-4810394BE7EC}" type="datetimeFigureOut">
              <a:rPr lang="es-CO" smtClean="0"/>
              <a:t>18/02/2026</a:t>
            </a:fld>
            <a:endParaRPr lang="es-C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1BA1CA-4CC9-65CF-42F8-B0EE8D2E9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47C021-A797-75C5-D079-D50481DF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321D4-BA22-4FF1-AAA5-5D37E1891273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54777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4E81A-FF4A-3131-75C9-8B5B30D28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7A2BAF-4FC0-6F9E-6743-ACD581F5C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7ABF2-86DF-43A4-BA12-4810394BE7EC}" type="datetimeFigureOut">
              <a:rPr lang="es-CO" smtClean="0"/>
              <a:t>18/02/2026</a:t>
            </a:fld>
            <a:endParaRPr lang="es-C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7353E1-5981-2F4A-F68F-2F5B21E6C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75DFCA-3086-0F5E-5B99-C7BBBAC92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321D4-BA22-4FF1-AAA5-5D37E1891273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84921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CDA339-4AAA-E59B-69A8-4C64DBACD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7ABF2-86DF-43A4-BA12-4810394BE7EC}" type="datetimeFigureOut">
              <a:rPr lang="es-CO" smtClean="0"/>
              <a:t>18/02/2026</a:t>
            </a:fld>
            <a:endParaRPr lang="es-C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545CF5-F054-814C-09B9-1BBD47C7D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223A74-CE3C-C246-5141-E2BC48990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321D4-BA22-4FF1-AAA5-5D37E1891273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08972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0817D-4702-98E0-A6B1-32504BE14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7022E-6604-2D8D-9A60-AB2EC6432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5C2573-6250-1BB6-C30F-6BF2649BEE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E9327B-703B-D585-C7F1-548B62742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7ABF2-86DF-43A4-BA12-4810394BE7EC}" type="datetimeFigureOut">
              <a:rPr lang="es-CO" smtClean="0"/>
              <a:t>18/02/2026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A78C8B-E0AF-55A5-6406-596BE881D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CF9240-D2BD-14F0-90FB-952DD8E28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321D4-BA22-4FF1-AAA5-5D37E1891273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98597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38B50-EC42-ED4C-8341-96790A3B7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380D1F-EC30-F90A-AD12-8523708F2B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A37526-3D92-AC76-AD78-7C655E15F6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847385-4490-AF03-4871-E6A547CDF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7ABF2-86DF-43A4-BA12-4810394BE7EC}" type="datetimeFigureOut">
              <a:rPr lang="es-CO" smtClean="0"/>
              <a:t>18/02/2026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27F29E-57FE-F1B9-216F-EA6D840D6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303E1E-E324-0541-054B-9EDB9B679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321D4-BA22-4FF1-AAA5-5D37E1891273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20891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05E31-E2A0-2EBA-711F-9A71F2EDD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E9F940-F683-8CAB-203C-718DCD4B53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797EB5-6548-6B3D-6FDE-1E8349082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7ABF2-86DF-43A4-BA12-4810394BE7EC}" type="datetimeFigureOut">
              <a:rPr lang="es-CO" smtClean="0"/>
              <a:t>18/02/2026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3E9404-15D9-A26B-8243-F545553F6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9B11E-DC56-0C14-C811-0DB90A1D8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321D4-BA22-4FF1-AAA5-5D37E1891273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136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9FD575-333E-0969-7ED2-5A4A7AE648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87FE88-E23A-3227-76F3-3330B71C07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D4B5A-0749-B2C4-B30D-FF3BA43EF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7ABF2-86DF-43A4-BA12-4810394BE7EC}" type="datetimeFigureOut">
              <a:rPr lang="es-CO" smtClean="0"/>
              <a:t>18/02/2026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3EA91-55FE-FA0D-03E0-E37E410D0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AE08B-0D72-3BAA-7A8C-ABB65EC56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321D4-BA22-4FF1-AAA5-5D37E1891273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50145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10BD92-361F-AAA4-8275-BCCE3F7DD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28AA7C-0A55-4A9E-90E1-927AC9DFD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55056-1BBB-9353-D7FF-CE1552D9F2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07ABF2-86DF-43A4-BA12-4810394BE7EC}" type="datetimeFigureOut">
              <a:rPr lang="es-CO" smtClean="0"/>
              <a:t>18/02/2026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02FAC-EFBE-B50F-84E4-D8BCFAB6F8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6F9AD0-436C-EDC4-F5AF-A5865BB400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A321D4-BA22-4FF1-AAA5-5D37E1891273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13111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7C39F98-FDD4-4B55-1D79-61176A6C2944}"/>
              </a:ext>
            </a:extLst>
          </p:cNvPr>
          <p:cNvSpPr/>
          <p:nvPr/>
        </p:nvSpPr>
        <p:spPr>
          <a:xfrm>
            <a:off x="4626372" y="4335152"/>
            <a:ext cx="2792519" cy="1011304"/>
          </a:xfrm>
          <a:prstGeom prst="roundRect">
            <a:avLst>
              <a:gd name="adj" fmla="val 13653"/>
            </a:avLst>
          </a:prstGeom>
          <a:solidFill>
            <a:schemeClr val="bg1">
              <a:lumMod val="95000"/>
            </a:schemeClr>
          </a:solidFill>
          <a:ln w="38100">
            <a:gradFill flip="none" rotWithShape="1">
              <a:gsLst>
                <a:gs pos="0">
                  <a:srgbClr val="FFC000"/>
                </a:gs>
                <a:gs pos="100000">
                  <a:srgbClr val="FFEB32"/>
                </a:gs>
              </a:gsLst>
              <a:lin ang="16200000" scaled="1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s-CO" sz="1200" err="1">
              <a:solidFill>
                <a:schemeClr val="tx1"/>
              </a:solidFill>
            </a:endParaRPr>
          </a:p>
        </p:txBody>
      </p:sp>
      <p:sp>
        <p:nvSpPr>
          <p:cNvPr id="3" name="Arrow: Pentagon 2">
            <a:extLst>
              <a:ext uri="{FF2B5EF4-FFF2-40B4-BE49-F238E27FC236}">
                <a16:creationId xmlns:a16="http://schemas.microsoft.com/office/drawing/2014/main" id="{90006925-0ABE-D8F2-849E-EBAE69BA9434}"/>
              </a:ext>
            </a:extLst>
          </p:cNvPr>
          <p:cNvSpPr/>
          <p:nvPr/>
        </p:nvSpPr>
        <p:spPr>
          <a:xfrm>
            <a:off x="357969" y="1312097"/>
            <a:ext cx="11522075" cy="307219"/>
          </a:xfrm>
          <a:prstGeom prst="homePlate">
            <a:avLst>
              <a:gd name="adj" fmla="val 36059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558E6EE0-1872-1A68-254A-B08627542F05}"/>
              </a:ext>
            </a:extLst>
          </p:cNvPr>
          <p:cNvSpPr>
            <a:spLocks noChangeAspect="1"/>
          </p:cNvSpPr>
          <p:nvPr/>
        </p:nvSpPr>
        <p:spPr>
          <a:xfrm>
            <a:off x="3302211" y="2247763"/>
            <a:ext cx="1013320" cy="831838"/>
          </a:xfrm>
          <a:prstGeom prst="arc">
            <a:avLst>
              <a:gd name="adj1" fmla="val 16200000"/>
              <a:gd name="adj2" fmla="val 66898"/>
            </a:avLst>
          </a:prstGeom>
          <a:noFill/>
          <a:ln w="57150">
            <a:solidFill>
              <a:srgbClr val="10BB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564FDA-F54C-416A-17B2-FFCF4F56789F}"/>
              </a:ext>
            </a:extLst>
          </p:cNvPr>
          <p:cNvSpPr txBox="1"/>
          <p:nvPr/>
        </p:nvSpPr>
        <p:spPr>
          <a:xfrm>
            <a:off x="1439645" y="1373336"/>
            <a:ext cx="1760875" cy="15425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36000" tIns="46800" rIns="36000" bIns="46800" anchor="ctr">
            <a:no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1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Graphik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pt-BR" sz="1400" spc="200"/>
              <a:t>PRÉ-NEGOCIAÇÃO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27EF22-D412-CC39-9D24-0E5AB8E41ADB}"/>
              </a:ext>
            </a:extLst>
          </p:cNvPr>
          <p:cNvSpPr txBox="1"/>
          <p:nvPr/>
        </p:nvSpPr>
        <p:spPr>
          <a:xfrm>
            <a:off x="5482790" y="1373336"/>
            <a:ext cx="1324923" cy="15425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36000" tIns="46800" rIns="36000" bIns="46800" anchor="ctr">
            <a:no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1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Graphik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pt-BR" sz="1400" spc="200"/>
              <a:t>NEGOCIAÇÃO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BD79D1-2A58-60B9-3B7F-554031EBB515}"/>
              </a:ext>
            </a:extLst>
          </p:cNvPr>
          <p:cNvSpPr txBox="1"/>
          <p:nvPr/>
        </p:nvSpPr>
        <p:spPr>
          <a:xfrm>
            <a:off x="9100043" y="1373336"/>
            <a:ext cx="1742400" cy="15425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36000" tIns="46800" rIns="36000" bIns="46800" anchor="ctr">
            <a:no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1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Graphik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pt-BR" sz="1400" spc="200"/>
              <a:t>PÓS-NEGOCIAÇÃO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EBD2C2-DB90-D6ED-AEE4-271CA0AC9973}"/>
              </a:ext>
            </a:extLst>
          </p:cNvPr>
          <p:cNvSpPr/>
          <p:nvPr/>
        </p:nvSpPr>
        <p:spPr>
          <a:xfrm>
            <a:off x="8988219" y="1692548"/>
            <a:ext cx="1966049" cy="152489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+mn-c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234D02-3ADC-45D6-2687-9F5A07279919}"/>
              </a:ext>
            </a:extLst>
          </p:cNvPr>
          <p:cNvCxnSpPr>
            <a:cxnSpLocks/>
            <a:endCxn id="119" idx="6"/>
          </p:cNvCxnSpPr>
          <p:nvPr/>
        </p:nvCxnSpPr>
        <p:spPr>
          <a:xfrm>
            <a:off x="650240" y="2254431"/>
            <a:ext cx="3301741" cy="0"/>
          </a:xfrm>
          <a:prstGeom prst="line">
            <a:avLst/>
          </a:prstGeom>
          <a:ln w="57150">
            <a:solidFill>
              <a:srgbClr val="10BBE5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Arc 9">
            <a:extLst>
              <a:ext uri="{FF2B5EF4-FFF2-40B4-BE49-F238E27FC236}">
                <a16:creationId xmlns:a16="http://schemas.microsoft.com/office/drawing/2014/main" id="{C7D44FE8-544A-9AE1-FF19-18D46755A8E7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4408667" y="2155034"/>
            <a:ext cx="835939" cy="1018295"/>
          </a:xfrm>
          <a:prstGeom prst="arc">
            <a:avLst>
              <a:gd name="adj1" fmla="val 16200000"/>
              <a:gd name="adj2" fmla="val 66898"/>
            </a:avLst>
          </a:prstGeom>
          <a:ln w="57150">
            <a:solidFill>
              <a:srgbClr val="0199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0E703A-9FFF-03A0-EC25-047F45A8665C}"/>
              </a:ext>
            </a:extLst>
          </p:cNvPr>
          <p:cNvSpPr/>
          <p:nvPr/>
        </p:nvSpPr>
        <p:spPr>
          <a:xfrm>
            <a:off x="258393" y="2381370"/>
            <a:ext cx="839781" cy="400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900" b="1" noProof="0">
                <a:solidFill>
                  <a:srgbClr val="10BBE5"/>
                </a:solidFill>
              </a:rPr>
              <a:t>Definição da Tese e Alvo</a:t>
            </a:r>
          </a:p>
        </p:txBody>
      </p:sp>
      <p:grpSp>
        <p:nvGrpSpPr>
          <p:cNvPr id="12" name="Group 4">
            <a:extLst>
              <a:ext uri="{FF2B5EF4-FFF2-40B4-BE49-F238E27FC236}">
                <a16:creationId xmlns:a16="http://schemas.microsoft.com/office/drawing/2014/main" id="{069ED5C8-4A07-7611-7511-3D2BA6A763E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26040" y="1851042"/>
            <a:ext cx="248399" cy="247713"/>
            <a:chOff x="380" y="473"/>
            <a:chExt cx="362" cy="361"/>
          </a:xfrm>
          <a:solidFill>
            <a:srgbClr val="10BBE5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F39A595B-8733-7BC3-8FC8-61F07C5F49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5" y="473"/>
              <a:ext cx="197" cy="197"/>
            </a:xfrm>
            <a:custGeom>
              <a:avLst/>
              <a:gdLst>
                <a:gd name="T0" fmla="*/ 11 w 133"/>
                <a:gd name="T1" fmla="*/ 111 h 133"/>
                <a:gd name="T2" fmla="*/ 0 w 133"/>
                <a:gd name="T3" fmla="*/ 122 h 133"/>
                <a:gd name="T4" fmla="*/ 11 w 133"/>
                <a:gd name="T5" fmla="*/ 133 h 133"/>
                <a:gd name="T6" fmla="*/ 22 w 133"/>
                <a:gd name="T7" fmla="*/ 122 h 133"/>
                <a:gd name="T8" fmla="*/ 21 w 133"/>
                <a:gd name="T9" fmla="*/ 120 h 133"/>
                <a:gd name="T10" fmla="*/ 73 w 133"/>
                <a:gd name="T11" fmla="*/ 68 h 133"/>
                <a:gd name="T12" fmla="*/ 99 w 133"/>
                <a:gd name="T13" fmla="*/ 68 h 133"/>
                <a:gd name="T14" fmla="*/ 103 w 133"/>
                <a:gd name="T15" fmla="*/ 67 h 133"/>
                <a:gd name="T16" fmla="*/ 131 w 133"/>
                <a:gd name="T17" fmla="*/ 39 h 133"/>
                <a:gd name="T18" fmla="*/ 132 w 133"/>
                <a:gd name="T19" fmla="*/ 32 h 133"/>
                <a:gd name="T20" fmla="*/ 126 w 133"/>
                <a:gd name="T21" fmla="*/ 28 h 133"/>
                <a:gd name="T22" fmla="*/ 105 w 133"/>
                <a:gd name="T23" fmla="*/ 28 h 133"/>
                <a:gd name="T24" fmla="*/ 105 w 133"/>
                <a:gd name="T25" fmla="*/ 7 h 133"/>
                <a:gd name="T26" fmla="*/ 101 w 133"/>
                <a:gd name="T27" fmla="*/ 1 h 133"/>
                <a:gd name="T28" fmla="*/ 94 w 133"/>
                <a:gd name="T29" fmla="*/ 2 h 133"/>
                <a:gd name="T30" fmla="*/ 66 w 133"/>
                <a:gd name="T31" fmla="*/ 30 h 133"/>
                <a:gd name="T32" fmla="*/ 64 w 133"/>
                <a:gd name="T33" fmla="*/ 34 h 133"/>
                <a:gd name="T34" fmla="*/ 64 w 133"/>
                <a:gd name="T35" fmla="*/ 59 h 133"/>
                <a:gd name="T36" fmla="*/ 12 w 133"/>
                <a:gd name="T37" fmla="*/ 111 h 133"/>
                <a:gd name="T38" fmla="*/ 11 w 133"/>
                <a:gd name="T39" fmla="*/ 111 h 133"/>
                <a:gd name="T40" fmla="*/ 94 w 133"/>
                <a:gd name="T41" fmla="*/ 39 h 133"/>
                <a:gd name="T42" fmla="*/ 99 w 133"/>
                <a:gd name="T43" fmla="*/ 41 h 133"/>
                <a:gd name="T44" fmla="*/ 111 w 133"/>
                <a:gd name="T45" fmla="*/ 41 h 133"/>
                <a:gd name="T46" fmla="*/ 96 w 133"/>
                <a:gd name="T47" fmla="*/ 56 h 133"/>
                <a:gd name="T48" fmla="*/ 77 w 133"/>
                <a:gd name="T49" fmla="*/ 56 h 133"/>
                <a:gd name="T50" fmla="*/ 77 w 133"/>
                <a:gd name="T51" fmla="*/ 37 h 133"/>
                <a:gd name="T52" fmla="*/ 92 w 133"/>
                <a:gd name="T53" fmla="*/ 22 h 133"/>
                <a:gd name="T54" fmla="*/ 92 w 133"/>
                <a:gd name="T55" fmla="*/ 34 h 133"/>
                <a:gd name="T56" fmla="*/ 94 w 133"/>
                <a:gd name="T57" fmla="*/ 39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33" h="133">
                  <a:moveTo>
                    <a:pt x="11" y="111"/>
                  </a:moveTo>
                  <a:cubicBezTo>
                    <a:pt x="5" y="111"/>
                    <a:pt x="0" y="116"/>
                    <a:pt x="0" y="122"/>
                  </a:cubicBezTo>
                  <a:cubicBezTo>
                    <a:pt x="0" y="128"/>
                    <a:pt x="5" y="133"/>
                    <a:pt x="11" y="133"/>
                  </a:cubicBezTo>
                  <a:cubicBezTo>
                    <a:pt x="17" y="133"/>
                    <a:pt x="22" y="128"/>
                    <a:pt x="22" y="122"/>
                  </a:cubicBezTo>
                  <a:cubicBezTo>
                    <a:pt x="22" y="122"/>
                    <a:pt x="22" y="121"/>
                    <a:pt x="21" y="120"/>
                  </a:cubicBezTo>
                  <a:cubicBezTo>
                    <a:pt x="73" y="68"/>
                    <a:pt x="73" y="68"/>
                    <a:pt x="73" y="68"/>
                  </a:cubicBezTo>
                  <a:cubicBezTo>
                    <a:pt x="99" y="68"/>
                    <a:pt x="99" y="68"/>
                    <a:pt x="99" y="68"/>
                  </a:cubicBezTo>
                  <a:cubicBezTo>
                    <a:pt x="100" y="68"/>
                    <a:pt x="102" y="68"/>
                    <a:pt x="103" y="67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33" y="37"/>
                    <a:pt x="133" y="34"/>
                    <a:pt x="132" y="32"/>
                  </a:cubicBezTo>
                  <a:cubicBezTo>
                    <a:pt x="131" y="30"/>
                    <a:pt x="129" y="28"/>
                    <a:pt x="126" y="28"/>
                  </a:cubicBezTo>
                  <a:cubicBezTo>
                    <a:pt x="105" y="28"/>
                    <a:pt x="105" y="28"/>
                    <a:pt x="105" y="28"/>
                  </a:cubicBezTo>
                  <a:cubicBezTo>
                    <a:pt x="105" y="7"/>
                    <a:pt x="105" y="7"/>
                    <a:pt x="105" y="7"/>
                  </a:cubicBezTo>
                  <a:cubicBezTo>
                    <a:pt x="105" y="4"/>
                    <a:pt x="103" y="2"/>
                    <a:pt x="101" y="1"/>
                  </a:cubicBezTo>
                  <a:cubicBezTo>
                    <a:pt x="99" y="0"/>
                    <a:pt x="96" y="0"/>
                    <a:pt x="94" y="2"/>
                  </a:cubicBezTo>
                  <a:cubicBezTo>
                    <a:pt x="66" y="30"/>
                    <a:pt x="66" y="30"/>
                    <a:pt x="66" y="30"/>
                  </a:cubicBezTo>
                  <a:cubicBezTo>
                    <a:pt x="65" y="31"/>
                    <a:pt x="64" y="33"/>
                    <a:pt x="64" y="34"/>
                  </a:cubicBezTo>
                  <a:cubicBezTo>
                    <a:pt x="64" y="59"/>
                    <a:pt x="64" y="59"/>
                    <a:pt x="64" y="59"/>
                  </a:cubicBezTo>
                  <a:cubicBezTo>
                    <a:pt x="12" y="111"/>
                    <a:pt x="12" y="111"/>
                    <a:pt x="12" y="111"/>
                  </a:cubicBezTo>
                  <a:cubicBezTo>
                    <a:pt x="12" y="111"/>
                    <a:pt x="11" y="111"/>
                    <a:pt x="11" y="111"/>
                  </a:cubicBezTo>
                  <a:close/>
                  <a:moveTo>
                    <a:pt x="94" y="39"/>
                  </a:moveTo>
                  <a:cubicBezTo>
                    <a:pt x="95" y="40"/>
                    <a:pt x="97" y="41"/>
                    <a:pt x="99" y="41"/>
                  </a:cubicBezTo>
                  <a:cubicBezTo>
                    <a:pt x="111" y="41"/>
                    <a:pt x="111" y="41"/>
                    <a:pt x="111" y="41"/>
                  </a:cubicBezTo>
                  <a:cubicBezTo>
                    <a:pt x="96" y="56"/>
                    <a:pt x="96" y="56"/>
                    <a:pt x="96" y="56"/>
                  </a:cubicBezTo>
                  <a:cubicBezTo>
                    <a:pt x="77" y="56"/>
                    <a:pt x="77" y="56"/>
                    <a:pt x="77" y="56"/>
                  </a:cubicBezTo>
                  <a:cubicBezTo>
                    <a:pt x="77" y="37"/>
                    <a:pt x="77" y="37"/>
                    <a:pt x="77" y="37"/>
                  </a:cubicBezTo>
                  <a:cubicBezTo>
                    <a:pt x="92" y="22"/>
                    <a:pt x="92" y="22"/>
                    <a:pt x="92" y="22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2" y="36"/>
                    <a:pt x="93" y="38"/>
                    <a:pt x="94" y="3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D3F0D7BF-3C38-F4A9-40B4-06128823F2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528"/>
              <a:ext cx="252" cy="251"/>
            </a:xfrm>
            <a:custGeom>
              <a:avLst/>
              <a:gdLst>
                <a:gd name="T0" fmla="*/ 123 w 170"/>
                <a:gd name="T1" fmla="*/ 16 h 170"/>
                <a:gd name="T2" fmla="*/ 120 w 170"/>
                <a:gd name="T3" fmla="*/ 8 h 170"/>
                <a:gd name="T4" fmla="*/ 119 w 170"/>
                <a:gd name="T5" fmla="*/ 8 h 170"/>
                <a:gd name="T6" fmla="*/ 85 w 170"/>
                <a:gd name="T7" fmla="*/ 0 h 170"/>
                <a:gd name="T8" fmla="*/ 0 w 170"/>
                <a:gd name="T9" fmla="*/ 85 h 170"/>
                <a:gd name="T10" fmla="*/ 85 w 170"/>
                <a:gd name="T11" fmla="*/ 170 h 170"/>
                <a:gd name="T12" fmla="*/ 170 w 170"/>
                <a:gd name="T13" fmla="*/ 85 h 170"/>
                <a:gd name="T14" fmla="*/ 162 w 170"/>
                <a:gd name="T15" fmla="*/ 50 h 170"/>
                <a:gd name="T16" fmla="*/ 158 w 170"/>
                <a:gd name="T17" fmla="*/ 47 h 170"/>
                <a:gd name="T18" fmla="*/ 154 w 170"/>
                <a:gd name="T19" fmla="*/ 47 h 170"/>
                <a:gd name="T20" fmla="*/ 150 w 170"/>
                <a:gd name="T21" fmla="*/ 51 h 170"/>
                <a:gd name="T22" fmla="*/ 151 w 170"/>
                <a:gd name="T23" fmla="*/ 55 h 170"/>
                <a:gd name="T24" fmla="*/ 157 w 170"/>
                <a:gd name="T25" fmla="*/ 85 h 170"/>
                <a:gd name="T26" fmla="*/ 85 w 170"/>
                <a:gd name="T27" fmla="*/ 158 h 170"/>
                <a:gd name="T28" fmla="*/ 12 w 170"/>
                <a:gd name="T29" fmla="*/ 85 h 170"/>
                <a:gd name="T30" fmla="*/ 85 w 170"/>
                <a:gd name="T31" fmla="*/ 13 h 170"/>
                <a:gd name="T32" fmla="*/ 114 w 170"/>
                <a:gd name="T33" fmla="*/ 19 h 170"/>
                <a:gd name="T34" fmla="*/ 123 w 170"/>
                <a:gd name="T35" fmla="*/ 16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70" h="170">
                  <a:moveTo>
                    <a:pt x="123" y="16"/>
                  </a:moveTo>
                  <a:cubicBezTo>
                    <a:pt x="124" y="13"/>
                    <a:pt x="123" y="9"/>
                    <a:pt x="120" y="8"/>
                  </a:cubicBezTo>
                  <a:cubicBezTo>
                    <a:pt x="119" y="8"/>
                    <a:pt x="119" y="8"/>
                    <a:pt x="119" y="8"/>
                  </a:cubicBezTo>
                  <a:cubicBezTo>
                    <a:pt x="108" y="3"/>
                    <a:pt x="97" y="0"/>
                    <a:pt x="85" y="0"/>
                  </a:cubicBezTo>
                  <a:cubicBezTo>
                    <a:pt x="38" y="0"/>
                    <a:pt x="0" y="38"/>
                    <a:pt x="0" y="85"/>
                  </a:cubicBezTo>
                  <a:cubicBezTo>
                    <a:pt x="0" y="132"/>
                    <a:pt x="38" y="170"/>
                    <a:pt x="85" y="170"/>
                  </a:cubicBezTo>
                  <a:cubicBezTo>
                    <a:pt x="131" y="170"/>
                    <a:pt x="170" y="132"/>
                    <a:pt x="170" y="85"/>
                  </a:cubicBezTo>
                  <a:cubicBezTo>
                    <a:pt x="170" y="73"/>
                    <a:pt x="167" y="61"/>
                    <a:pt x="162" y="50"/>
                  </a:cubicBezTo>
                  <a:cubicBezTo>
                    <a:pt x="161" y="49"/>
                    <a:pt x="160" y="48"/>
                    <a:pt x="158" y="47"/>
                  </a:cubicBezTo>
                  <a:cubicBezTo>
                    <a:pt x="157" y="46"/>
                    <a:pt x="155" y="46"/>
                    <a:pt x="154" y="47"/>
                  </a:cubicBezTo>
                  <a:cubicBezTo>
                    <a:pt x="152" y="48"/>
                    <a:pt x="151" y="49"/>
                    <a:pt x="150" y="51"/>
                  </a:cubicBezTo>
                  <a:cubicBezTo>
                    <a:pt x="150" y="52"/>
                    <a:pt x="150" y="54"/>
                    <a:pt x="151" y="55"/>
                  </a:cubicBezTo>
                  <a:cubicBezTo>
                    <a:pt x="155" y="65"/>
                    <a:pt x="157" y="75"/>
                    <a:pt x="157" y="85"/>
                  </a:cubicBezTo>
                  <a:cubicBezTo>
                    <a:pt x="157" y="125"/>
                    <a:pt x="124" y="158"/>
                    <a:pt x="85" y="158"/>
                  </a:cubicBezTo>
                  <a:cubicBezTo>
                    <a:pt x="45" y="158"/>
                    <a:pt x="12" y="125"/>
                    <a:pt x="12" y="85"/>
                  </a:cubicBezTo>
                  <a:cubicBezTo>
                    <a:pt x="12" y="45"/>
                    <a:pt x="45" y="13"/>
                    <a:pt x="85" y="13"/>
                  </a:cubicBezTo>
                  <a:cubicBezTo>
                    <a:pt x="95" y="13"/>
                    <a:pt x="105" y="15"/>
                    <a:pt x="114" y="19"/>
                  </a:cubicBezTo>
                  <a:cubicBezTo>
                    <a:pt x="118" y="21"/>
                    <a:pt x="121" y="19"/>
                    <a:pt x="123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0E66D091-C758-251F-0D01-CB02859EA7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" y="583"/>
              <a:ext cx="142" cy="141"/>
            </a:xfrm>
            <a:custGeom>
              <a:avLst/>
              <a:gdLst>
                <a:gd name="T0" fmla="*/ 48 w 96"/>
                <a:gd name="T1" fmla="*/ 13 h 96"/>
                <a:gd name="T2" fmla="*/ 55 w 96"/>
                <a:gd name="T3" fmla="*/ 14 h 96"/>
                <a:gd name="T4" fmla="*/ 63 w 96"/>
                <a:gd name="T5" fmla="*/ 9 h 96"/>
                <a:gd name="T6" fmla="*/ 58 w 96"/>
                <a:gd name="T7" fmla="*/ 2 h 96"/>
                <a:gd name="T8" fmla="*/ 48 w 96"/>
                <a:gd name="T9" fmla="*/ 0 h 96"/>
                <a:gd name="T10" fmla="*/ 0 w 96"/>
                <a:gd name="T11" fmla="*/ 48 h 96"/>
                <a:gd name="T12" fmla="*/ 48 w 96"/>
                <a:gd name="T13" fmla="*/ 96 h 96"/>
                <a:gd name="T14" fmla="*/ 96 w 96"/>
                <a:gd name="T15" fmla="*/ 48 h 96"/>
                <a:gd name="T16" fmla="*/ 94 w 96"/>
                <a:gd name="T17" fmla="*/ 38 h 96"/>
                <a:gd name="T18" fmla="*/ 92 w 96"/>
                <a:gd name="T19" fmla="*/ 34 h 96"/>
                <a:gd name="T20" fmla="*/ 87 w 96"/>
                <a:gd name="T21" fmla="*/ 33 h 96"/>
                <a:gd name="T22" fmla="*/ 83 w 96"/>
                <a:gd name="T23" fmla="*/ 36 h 96"/>
                <a:gd name="T24" fmla="*/ 82 w 96"/>
                <a:gd name="T25" fmla="*/ 40 h 96"/>
                <a:gd name="T26" fmla="*/ 83 w 96"/>
                <a:gd name="T27" fmla="*/ 48 h 96"/>
                <a:gd name="T28" fmla="*/ 48 w 96"/>
                <a:gd name="T29" fmla="*/ 84 h 96"/>
                <a:gd name="T30" fmla="*/ 12 w 96"/>
                <a:gd name="T31" fmla="*/ 48 h 96"/>
                <a:gd name="T32" fmla="*/ 48 w 96"/>
                <a:gd name="T33" fmla="*/ 13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6" h="96">
                  <a:moveTo>
                    <a:pt x="48" y="13"/>
                  </a:moveTo>
                  <a:cubicBezTo>
                    <a:pt x="50" y="13"/>
                    <a:pt x="53" y="13"/>
                    <a:pt x="55" y="14"/>
                  </a:cubicBezTo>
                  <a:cubicBezTo>
                    <a:pt x="59" y="15"/>
                    <a:pt x="62" y="12"/>
                    <a:pt x="63" y="9"/>
                  </a:cubicBezTo>
                  <a:cubicBezTo>
                    <a:pt x="64" y="6"/>
                    <a:pt x="62" y="2"/>
                    <a:pt x="58" y="2"/>
                  </a:cubicBezTo>
                  <a:cubicBezTo>
                    <a:pt x="55" y="1"/>
                    <a:pt x="51" y="0"/>
                    <a:pt x="48" y="0"/>
                  </a:cubicBezTo>
                  <a:cubicBezTo>
                    <a:pt x="21" y="0"/>
                    <a:pt x="0" y="22"/>
                    <a:pt x="0" y="48"/>
                  </a:cubicBezTo>
                  <a:cubicBezTo>
                    <a:pt x="0" y="75"/>
                    <a:pt x="21" y="96"/>
                    <a:pt x="48" y="96"/>
                  </a:cubicBezTo>
                  <a:cubicBezTo>
                    <a:pt x="74" y="96"/>
                    <a:pt x="96" y="75"/>
                    <a:pt x="96" y="48"/>
                  </a:cubicBezTo>
                  <a:cubicBezTo>
                    <a:pt x="96" y="45"/>
                    <a:pt x="95" y="41"/>
                    <a:pt x="94" y="38"/>
                  </a:cubicBezTo>
                  <a:cubicBezTo>
                    <a:pt x="94" y="36"/>
                    <a:pt x="93" y="35"/>
                    <a:pt x="92" y="34"/>
                  </a:cubicBezTo>
                  <a:cubicBezTo>
                    <a:pt x="90" y="33"/>
                    <a:pt x="88" y="32"/>
                    <a:pt x="87" y="33"/>
                  </a:cubicBezTo>
                  <a:cubicBezTo>
                    <a:pt x="85" y="33"/>
                    <a:pt x="84" y="34"/>
                    <a:pt x="83" y="36"/>
                  </a:cubicBezTo>
                  <a:cubicBezTo>
                    <a:pt x="82" y="37"/>
                    <a:pt x="82" y="39"/>
                    <a:pt x="82" y="40"/>
                  </a:cubicBezTo>
                  <a:cubicBezTo>
                    <a:pt x="83" y="43"/>
                    <a:pt x="83" y="46"/>
                    <a:pt x="83" y="48"/>
                  </a:cubicBezTo>
                  <a:cubicBezTo>
                    <a:pt x="83" y="68"/>
                    <a:pt x="67" y="84"/>
                    <a:pt x="48" y="84"/>
                  </a:cubicBezTo>
                  <a:cubicBezTo>
                    <a:pt x="28" y="84"/>
                    <a:pt x="12" y="68"/>
                    <a:pt x="12" y="48"/>
                  </a:cubicBezTo>
                  <a:cubicBezTo>
                    <a:pt x="12" y="29"/>
                    <a:pt x="28" y="13"/>
                    <a:pt x="48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B042C02D-64CE-2D0D-CB4E-F76C5738F4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" y="473"/>
              <a:ext cx="362" cy="361"/>
            </a:xfrm>
            <a:custGeom>
              <a:avLst/>
              <a:gdLst>
                <a:gd name="T0" fmla="*/ 234 w 244"/>
                <a:gd name="T1" fmla="*/ 74 h 244"/>
                <a:gd name="T2" fmla="*/ 230 w 244"/>
                <a:gd name="T3" fmla="*/ 70 h 244"/>
                <a:gd name="T4" fmla="*/ 225 w 244"/>
                <a:gd name="T5" fmla="*/ 70 h 244"/>
                <a:gd name="T6" fmla="*/ 222 w 244"/>
                <a:gd name="T7" fmla="*/ 79 h 244"/>
                <a:gd name="T8" fmla="*/ 231 w 244"/>
                <a:gd name="T9" fmla="*/ 122 h 244"/>
                <a:gd name="T10" fmla="*/ 122 w 244"/>
                <a:gd name="T11" fmla="*/ 232 h 244"/>
                <a:gd name="T12" fmla="*/ 12 w 244"/>
                <a:gd name="T13" fmla="*/ 122 h 244"/>
                <a:gd name="T14" fmla="*/ 122 w 244"/>
                <a:gd name="T15" fmla="*/ 13 h 244"/>
                <a:gd name="T16" fmla="*/ 165 w 244"/>
                <a:gd name="T17" fmla="*/ 22 h 244"/>
                <a:gd name="T18" fmla="*/ 170 w 244"/>
                <a:gd name="T19" fmla="*/ 22 h 244"/>
                <a:gd name="T20" fmla="*/ 173 w 244"/>
                <a:gd name="T21" fmla="*/ 19 h 244"/>
                <a:gd name="T22" fmla="*/ 174 w 244"/>
                <a:gd name="T23" fmla="*/ 14 h 244"/>
                <a:gd name="T24" fmla="*/ 170 w 244"/>
                <a:gd name="T25" fmla="*/ 10 h 244"/>
                <a:gd name="T26" fmla="*/ 122 w 244"/>
                <a:gd name="T27" fmla="*/ 0 h 244"/>
                <a:gd name="T28" fmla="*/ 0 w 244"/>
                <a:gd name="T29" fmla="*/ 122 h 244"/>
                <a:gd name="T30" fmla="*/ 122 w 244"/>
                <a:gd name="T31" fmla="*/ 244 h 244"/>
                <a:gd name="T32" fmla="*/ 244 w 244"/>
                <a:gd name="T33" fmla="*/ 122 h 244"/>
                <a:gd name="T34" fmla="*/ 234 w 244"/>
                <a:gd name="T35" fmla="*/ 74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44" h="244">
                  <a:moveTo>
                    <a:pt x="234" y="74"/>
                  </a:moveTo>
                  <a:cubicBezTo>
                    <a:pt x="233" y="72"/>
                    <a:pt x="232" y="71"/>
                    <a:pt x="230" y="70"/>
                  </a:cubicBezTo>
                  <a:cubicBezTo>
                    <a:pt x="229" y="70"/>
                    <a:pt x="227" y="70"/>
                    <a:pt x="225" y="70"/>
                  </a:cubicBezTo>
                  <a:cubicBezTo>
                    <a:pt x="222" y="72"/>
                    <a:pt x="221" y="76"/>
                    <a:pt x="222" y="79"/>
                  </a:cubicBezTo>
                  <a:cubicBezTo>
                    <a:pt x="228" y="93"/>
                    <a:pt x="231" y="107"/>
                    <a:pt x="231" y="122"/>
                  </a:cubicBezTo>
                  <a:cubicBezTo>
                    <a:pt x="231" y="182"/>
                    <a:pt x="182" y="232"/>
                    <a:pt x="122" y="232"/>
                  </a:cubicBezTo>
                  <a:cubicBezTo>
                    <a:pt x="61" y="232"/>
                    <a:pt x="12" y="182"/>
                    <a:pt x="12" y="122"/>
                  </a:cubicBezTo>
                  <a:cubicBezTo>
                    <a:pt x="12" y="62"/>
                    <a:pt x="61" y="13"/>
                    <a:pt x="122" y="13"/>
                  </a:cubicBezTo>
                  <a:cubicBezTo>
                    <a:pt x="137" y="13"/>
                    <a:pt x="151" y="16"/>
                    <a:pt x="165" y="22"/>
                  </a:cubicBezTo>
                  <a:cubicBezTo>
                    <a:pt x="167" y="23"/>
                    <a:pt x="168" y="23"/>
                    <a:pt x="170" y="22"/>
                  </a:cubicBezTo>
                  <a:cubicBezTo>
                    <a:pt x="172" y="21"/>
                    <a:pt x="173" y="20"/>
                    <a:pt x="173" y="19"/>
                  </a:cubicBezTo>
                  <a:cubicBezTo>
                    <a:pt x="174" y="17"/>
                    <a:pt x="174" y="15"/>
                    <a:pt x="174" y="14"/>
                  </a:cubicBezTo>
                  <a:cubicBezTo>
                    <a:pt x="173" y="12"/>
                    <a:pt x="172" y="11"/>
                    <a:pt x="170" y="10"/>
                  </a:cubicBezTo>
                  <a:cubicBezTo>
                    <a:pt x="155" y="4"/>
                    <a:pt x="138" y="0"/>
                    <a:pt x="122" y="0"/>
                  </a:cubicBezTo>
                  <a:cubicBezTo>
                    <a:pt x="54" y="0"/>
                    <a:pt x="0" y="55"/>
                    <a:pt x="0" y="122"/>
                  </a:cubicBezTo>
                  <a:cubicBezTo>
                    <a:pt x="0" y="189"/>
                    <a:pt x="54" y="244"/>
                    <a:pt x="122" y="244"/>
                  </a:cubicBezTo>
                  <a:cubicBezTo>
                    <a:pt x="189" y="244"/>
                    <a:pt x="244" y="189"/>
                    <a:pt x="244" y="122"/>
                  </a:cubicBezTo>
                  <a:cubicBezTo>
                    <a:pt x="244" y="105"/>
                    <a:pt x="240" y="89"/>
                    <a:pt x="234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FF1BBDA8-9CF4-8AB6-9458-FAEE83A495A3}"/>
              </a:ext>
            </a:extLst>
          </p:cNvPr>
          <p:cNvSpPr/>
          <p:nvPr/>
        </p:nvSpPr>
        <p:spPr>
          <a:xfrm>
            <a:off x="1623725" y="2176457"/>
            <a:ext cx="144000" cy="144000"/>
          </a:xfrm>
          <a:prstGeom prst="ellipse">
            <a:avLst/>
          </a:prstGeom>
          <a:solidFill>
            <a:srgbClr val="10B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endParaRPr lang="pt-BR" sz="1200" noProof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CF8240-1ECC-23B9-B84E-D8DBC5AF71BC}"/>
              </a:ext>
            </a:extLst>
          </p:cNvPr>
          <p:cNvSpPr/>
          <p:nvPr/>
        </p:nvSpPr>
        <p:spPr>
          <a:xfrm>
            <a:off x="1179257" y="2336021"/>
            <a:ext cx="1032937" cy="47310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1050" b="1" noProof="0" err="1">
                <a:solidFill>
                  <a:srgbClr val="10BBE5"/>
                </a:solidFill>
              </a:rPr>
              <a:t>Valuation</a:t>
            </a:r>
            <a:r>
              <a:rPr lang="pt-BR" sz="1050" b="1" noProof="0">
                <a:solidFill>
                  <a:srgbClr val="10BBE5"/>
                </a:solidFill>
              </a:rPr>
              <a:t> e Sinergia Preliminar</a:t>
            </a:r>
          </a:p>
        </p:txBody>
      </p:sp>
      <p:grpSp>
        <p:nvGrpSpPr>
          <p:cNvPr id="19" name="Group 181">
            <a:extLst>
              <a:ext uri="{FF2B5EF4-FFF2-40B4-BE49-F238E27FC236}">
                <a16:creationId xmlns:a16="http://schemas.microsoft.com/office/drawing/2014/main" id="{860146FF-1004-65BD-18F5-66640C16B91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481076" y="1784575"/>
            <a:ext cx="411388" cy="401731"/>
            <a:chOff x="2592" y="3155"/>
            <a:chExt cx="426" cy="416"/>
          </a:xfrm>
          <a:solidFill>
            <a:srgbClr val="10BBE5"/>
          </a:solidFill>
        </p:grpSpPr>
        <p:sp>
          <p:nvSpPr>
            <p:cNvPr id="20" name="Freeform 182">
              <a:extLst>
                <a:ext uri="{FF2B5EF4-FFF2-40B4-BE49-F238E27FC236}">
                  <a16:creationId xmlns:a16="http://schemas.microsoft.com/office/drawing/2014/main" id="{DEB3CB01-8396-737A-61C7-C49327D830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3" y="3213"/>
              <a:ext cx="76" cy="72"/>
            </a:xfrm>
            <a:custGeom>
              <a:avLst/>
              <a:gdLst>
                <a:gd name="T0" fmla="*/ 7 w 51"/>
                <a:gd name="T1" fmla="*/ 50 h 50"/>
                <a:gd name="T2" fmla="*/ 2 w 51"/>
                <a:gd name="T3" fmla="*/ 48 h 50"/>
                <a:gd name="T4" fmla="*/ 2 w 51"/>
                <a:gd name="T5" fmla="*/ 40 h 50"/>
                <a:gd name="T6" fmla="*/ 40 w 51"/>
                <a:gd name="T7" fmla="*/ 3 h 50"/>
                <a:gd name="T8" fmla="*/ 48 w 51"/>
                <a:gd name="T9" fmla="*/ 3 h 50"/>
                <a:gd name="T10" fmla="*/ 48 w 51"/>
                <a:gd name="T11" fmla="*/ 11 h 50"/>
                <a:gd name="T12" fmla="*/ 11 w 51"/>
                <a:gd name="T13" fmla="*/ 48 h 50"/>
                <a:gd name="T14" fmla="*/ 7 w 51"/>
                <a:gd name="T15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1" h="50">
                  <a:moveTo>
                    <a:pt x="7" y="50"/>
                  </a:moveTo>
                  <a:cubicBezTo>
                    <a:pt x="5" y="50"/>
                    <a:pt x="4" y="49"/>
                    <a:pt x="2" y="48"/>
                  </a:cubicBezTo>
                  <a:cubicBezTo>
                    <a:pt x="0" y="46"/>
                    <a:pt x="0" y="42"/>
                    <a:pt x="2" y="40"/>
                  </a:cubicBezTo>
                  <a:cubicBezTo>
                    <a:pt x="40" y="3"/>
                    <a:pt x="40" y="3"/>
                    <a:pt x="40" y="3"/>
                  </a:cubicBezTo>
                  <a:cubicBezTo>
                    <a:pt x="42" y="0"/>
                    <a:pt x="46" y="0"/>
                    <a:pt x="48" y="3"/>
                  </a:cubicBezTo>
                  <a:cubicBezTo>
                    <a:pt x="51" y="5"/>
                    <a:pt x="51" y="9"/>
                    <a:pt x="48" y="11"/>
                  </a:cubicBezTo>
                  <a:cubicBezTo>
                    <a:pt x="11" y="48"/>
                    <a:pt x="11" y="48"/>
                    <a:pt x="11" y="48"/>
                  </a:cubicBezTo>
                  <a:cubicBezTo>
                    <a:pt x="10" y="49"/>
                    <a:pt x="8" y="50"/>
                    <a:pt x="7" y="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  <p:sp>
          <p:nvSpPr>
            <p:cNvPr id="21" name="Freeform 183">
              <a:extLst>
                <a:ext uri="{FF2B5EF4-FFF2-40B4-BE49-F238E27FC236}">
                  <a16:creationId xmlns:a16="http://schemas.microsoft.com/office/drawing/2014/main" id="{A5405123-EFA0-AE7B-4B86-907EDAE946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29" y="3155"/>
              <a:ext cx="89" cy="87"/>
            </a:xfrm>
            <a:custGeom>
              <a:avLst/>
              <a:gdLst>
                <a:gd name="T0" fmla="*/ 30 w 60"/>
                <a:gd name="T1" fmla="*/ 60 h 60"/>
                <a:gd name="T2" fmla="*/ 0 w 60"/>
                <a:gd name="T3" fmla="*/ 30 h 60"/>
                <a:gd name="T4" fmla="*/ 30 w 60"/>
                <a:gd name="T5" fmla="*/ 0 h 60"/>
                <a:gd name="T6" fmla="*/ 60 w 60"/>
                <a:gd name="T7" fmla="*/ 30 h 60"/>
                <a:gd name="T8" fmla="*/ 30 w 60"/>
                <a:gd name="T9" fmla="*/ 60 h 60"/>
                <a:gd name="T10" fmla="*/ 30 w 60"/>
                <a:gd name="T11" fmla="*/ 12 h 60"/>
                <a:gd name="T12" fmla="*/ 12 w 60"/>
                <a:gd name="T13" fmla="*/ 30 h 60"/>
                <a:gd name="T14" fmla="*/ 30 w 60"/>
                <a:gd name="T15" fmla="*/ 48 h 60"/>
                <a:gd name="T16" fmla="*/ 48 w 60"/>
                <a:gd name="T17" fmla="*/ 30 h 60"/>
                <a:gd name="T18" fmla="*/ 30 w 60"/>
                <a:gd name="T19" fmla="*/ 1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60"/>
                  </a:moveTo>
                  <a:cubicBezTo>
                    <a:pt x="13" y="60"/>
                    <a:pt x="0" y="46"/>
                    <a:pt x="0" y="30"/>
                  </a:cubicBezTo>
                  <a:cubicBezTo>
                    <a:pt x="0" y="13"/>
                    <a:pt x="13" y="0"/>
                    <a:pt x="30" y="0"/>
                  </a:cubicBezTo>
                  <a:cubicBezTo>
                    <a:pt x="46" y="0"/>
                    <a:pt x="60" y="13"/>
                    <a:pt x="60" y="30"/>
                  </a:cubicBezTo>
                  <a:cubicBezTo>
                    <a:pt x="60" y="46"/>
                    <a:pt x="46" y="60"/>
                    <a:pt x="30" y="60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40"/>
                    <a:pt x="20" y="48"/>
                    <a:pt x="30" y="48"/>
                  </a:cubicBezTo>
                  <a:cubicBezTo>
                    <a:pt x="40" y="48"/>
                    <a:pt x="48" y="40"/>
                    <a:pt x="48" y="30"/>
                  </a:cubicBezTo>
                  <a:cubicBezTo>
                    <a:pt x="48" y="20"/>
                    <a:pt x="40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  <p:sp>
          <p:nvSpPr>
            <p:cNvPr id="22" name="Freeform 184">
              <a:extLst>
                <a:ext uri="{FF2B5EF4-FFF2-40B4-BE49-F238E27FC236}">
                  <a16:creationId xmlns:a16="http://schemas.microsoft.com/office/drawing/2014/main" id="{2D50B1F8-3172-C3F8-6236-29330B9C07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1" y="3457"/>
              <a:ext cx="56" cy="55"/>
            </a:xfrm>
            <a:custGeom>
              <a:avLst/>
              <a:gdLst>
                <a:gd name="T0" fmla="*/ 32 w 38"/>
                <a:gd name="T1" fmla="*/ 38 h 38"/>
                <a:gd name="T2" fmla="*/ 27 w 38"/>
                <a:gd name="T3" fmla="*/ 36 h 38"/>
                <a:gd name="T4" fmla="*/ 2 w 38"/>
                <a:gd name="T5" fmla="*/ 11 h 38"/>
                <a:gd name="T6" fmla="*/ 2 w 38"/>
                <a:gd name="T7" fmla="*/ 2 h 38"/>
                <a:gd name="T8" fmla="*/ 10 w 38"/>
                <a:gd name="T9" fmla="*/ 2 h 38"/>
                <a:gd name="T10" fmla="*/ 36 w 38"/>
                <a:gd name="T11" fmla="*/ 28 h 38"/>
                <a:gd name="T12" fmla="*/ 36 w 38"/>
                <a:gd name="T13" fmla="*/ 36 h 38"/>
                <a:gd name="T14" fmla="*/ 32 w 38"/>
                <a:gd name="T15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8" h="38">
                  <a:moveTo>
                    <a:pt x="32" y="38"/>
                  </a:moveTo>
                  <a:cubicBezTo>
                    <a:pt x="30" y="38"/>
                    <a:pt x="28" y="37"/>
                    <a:pt x="27" y="36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0" y="8"/>
                    <a:pt x="0" y="4"/>
                    <a:pt x="2" y="2"/>
                  </a:cubicBezTo>
                  <a:cubicBezTo>
                    <a:pt x="4" y="0"/>
                    <a:pt x="8" y="0"/>
                    <a:pt x="10" y="2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8" y="30"/>
                    <a:pt x="38" y="34"/>
                    <a:pt x="36" y="36"/>
                  </a:cubicBezTo>
                  <a:cubicBezTo>
                    <a:pt x="35" y="37"/>
                    <a:pt x="33" y="38"/>
                    <a:pt x="32" y="3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  <p:sp>
          <p:nvSpPr>
            <p:cNvPr id="23" name="Freeform 185">
              <a:extLst>
                <a:ext uri="{FF2B5EF4-FFF2-40B4-BE49-F238E27FC236}">
                  <a16:creationId xmlns:a16="http://schemas.microsoft.com/office/drawing/2014/main" id="{D0A665E5-A7F4-E786-3AE2-AB644A19D9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29" y="3485"/>
              <a:ext cx="89" cy="86"/>
            </a:xfrm>
            <a:custGeom>
              <a:avLst/>
              <a:gdLst>
                <a:gd name="T0" fmla="*/ 30 w 60"/>
                <a:gd name="T1" fmla="*/ 60 h 60"/>
                <a:gd name="T2" fmla="*/ 0 w 60"/>
                <a:gd name="T3" fmla="*/ 30 h 60"/>
                <a:gd name="T4" fmla="*/ 30 w 60"/>
                <a:gd name="T5" fmla="*/ 0 h 60"/>
                <a:gd name="T6" fmla="*/ 60 w 60"/>
                <a:gd name="T7" fmla="*/ 30 h 60"/>
                <a:gd name="T8" fmla="*/ 30 w 60"/>
                <a:gd name="T9" fmla="*/ 60 h 60"/>
                <a:gd name="T10" fmla="*/ 30 w 60"/>
                <a:gd name="T11" fmla="*/ 12 h 60"/>
                <a:gd name="T12" fmla="*/ 12 w 60"/>
                <a:gd name="T13" fmla="*/ 30 h 60"/>
                <a:gd name="T14" fmla="*/ 30 w 60"/>
                <a:gd name="T15" fmla="*/ 48 h 60"/>
                <a:gd name="T16" fmla="*/ 48 w 60"/>
                <a:gd name="T17" fmla="*/ 30 h 60"/>
                <a:gd name="T18" fmla="*/ 30 w 60"/>
                <a:gd name="T19" fmla="*/ 1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60"/>
                  </a:moveTo>
                  <a:cubicBezTo>
                    <a:pt x="13" y="60"/>
                    <a:pt x="0" y="46"/>
                    <a:pt x="0" y="30"/>
                  </a:cubicBezTo>
                  <a:cubicBezTo>
                    <a:pt x="0" y="13"/>
                    <a:pt x="13" y="0"/>
                    <a:pt x="30" y="0"/>
                  </a:cubicBezTo>
                  <a:cubicBezTo>
                    <a:pt x="46" y="0"/>
                    <a:pt x="60" y="13"/>
                    <a:pt x="60" y="30"/>
                  </a:cubicBezTo>
                  <a:cubicBezTo>
                    <a:pt x="60" y="46"/>
                    <a:pt x="46" y="60"/>
                    <a:pt x="30" y="60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40"/>
                    <a:pt x="20" y="48"/>
                    <a:pt x="30" y="48"/>
                  </a:cubicBezTo>
                  <a:cubicBezTo>
                    <a:pt x="40" y="48"/>
                    <a:pt x="48" y="40"/>
                    <a:pt x="48" y="30"/>
                  </a:cubicBezTo>
                  <a:cubicBezTo>
                    <a:pt x="48" y="20"/>
                    <a:pt x="40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  <p:sp>
          <p:nvSpPr>
            <p:cNvPr id="24" name="Freeform 186">
              <a:extLst>
                <a:ext uri="{FF2B5EF4-FFF2-40B4-BE49-F238E27FC236}">
                  <a16:creationId xmlns:a16="http://schemas.microsoft.com/office/drawing/2014/main" id="{16769D3C-0799-E667-109F-47E4C2603B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1" y="3213"/>
              <a:ext cx="74" cy="72"/>
            </a:xfrm>
            <a:custGeom>
              <a:avLst/>
              <a:gdLst>
                <a:gd name="T0" fmla="*/ 44 w 50"/>
                <a:gd name="T1" fmla="*/ 50 h 50"/>
                <a:gd name="T2" fmla="*/ 39 w 50"/>
                <a:gd name="T3" fmla="*/ 48 h 50"/>
                <a:gd name="T4" fmla="*/ 2 w 50"/>
                <a:gd name="T5" fmla="*/ 11 h 50"/>
                <a:gd name="T6" fmla="*/ 2 w 50"/>
                <a:gd name="T7" fmla="*/ 3 h 50"/>
                <a:gd name="T8" fmla="*/ 11 w 50"/>
                <a:gd name="T9" fmla="*/ 3 h 50"/>
                <a:gd name="T10" fmla="*/ 48 w 50"/>
                <a:gd name="T11" fmla="*/ 40 h 50"/>
                <a:gd name="T12" fmla="*/ 48 w 50"/>
                <a:gd name="T13" fmla="*/ 48 h 50"/>
                <a:gd name="T14" fmla="*/ 44 w 50"/>
                <a:gd name="T15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0" h="50">
                  <a:moveTo>
                    <a:pt x="44" y="50"/>
                  </a:moveTo>
                  <a:cubicBezTo>
                    <a:pt x="42" y="50"/>
                    <a:pt x="41" y="49"/>
                    <a:pt x="39" y="48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0" y="9"/>
                    <a:pt x="0" y="5"/>
                    <a:pt x="2" y="3"/>
                  </a:cubicBezTo>
                  <a:cubicBezTo>
                    <a:pt x="4" y="0"/>
                    <a:pt x="8" y="0"/>
                    <a:pt x="11" y="3"/>
                  </a:cubicBezTo>
                  <a:cubicBezTo>
                    <a:pt x="48" y="40"/>
                    <a:pt x="48" y="40"/>
                    <a:pt x="48" y="40"/>
                  </a:cubicBezTo>
                  <a:cubicBezTo>
                    <a:pt x="50" y="42"/>
                    <a:pt x="50" y="46"/>
                    <a:pt x="48" y="48"/>
                  </a:cubicBezTo>
                  <a:cubicBezTo>
                    <a:pt x="47" y="49"/>
                    <a:pt x="45" y="50"/>
                    <a:pt x="44" y="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  <p:sp>
          <p:nvSpPr>
            <p:cNvPr id="25" name="Freeform 187">
              <a:extLst>
                <a:ext uri="{FF2B5EF4-FFF2-40B4-BE49-F238E27FC236}">
                  <a16:creationId xmlns:a16="http://schemas.microsoft.com/office/drawing/2014/main" id="{192FCB92-C74A-4F2D-8B2D-6CAF434138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92" y="3155"/>
              <a:ext cx="89" cy="87"/>
            </a:xfrm>
            <a:custGeom>
              <a:avLst/>
              <a:gdLst>
                <a:gd name="T0" fmla="*/ 30 w 60"/>
                <a:gd name="T1" fmla="*/ 60 h 60"/>
                <a:gd name="T2" fmla="*/ 0 w 60"/>
                <a:gd name="T3" fmla="*/ 30 h 60"/>
                <a:gd name="T4" fmla="*/ 30 w 60"/>
                <a:gd name="T5" fmla="*/ 0 h 60"/>
                <a:gd name="T6" fmla="*/ 60 w 60"/>
                <a:gd name="T7" fmla="*/ 30 h 60"/>
                <a:gd name="T8" fmla="*/ 30 w 60"/>
                <a:gd name="T9" fmla="*/ 60 h 60"/>
                <a:gd name="T10" fmla="*/ 30 w 60"/>
                <a:gd name="T11" fmla="*/ 12 h 60"/>
                <a:gd name="T12" fmla="*/ 12 w 60"/>
                <a:gd name="T13" fmla="*/ 30 h 60"/>
                <a:gd name="T14" fmla="*/ 30 w 60"/>
                <a:gd name="T15" fmla="*/ 48 h 60"/>
                <a:gd name="T16" fmla="*/ 48 w 60"/>
                <a:gd name="T17" fmla="*/ 30 h 60"/>
                <a:gd name="T18" fmla="*/ 30 w 60"/>
                <a:gd name="T19" fmla="*/ 1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60"/>
                  </a:moveTo>
                  <a:cubicBezTo>
                    <a:pt x="13" y="60"/>
                    <a:pt x="0" y="46"/>
                    <a:pt x="0" y="30"/>
                  </a:cubicBezTo>
                  <a:cubicBezTo>
                    <a:pt x="0" y="13"/>
                    <a:pt x="13" y="0"/>
                    <a:pt x="30" y="0"/>
                  </a:cubicBezTo>
                  <a:cubicBezTo>
                    <a:pt x="46" y="0"/>
                    <a:pt x="60" y="13"/>
                    <a:pt x="60" y="30"/>
                  </a:cubicBezTo>
                  <a:cubicBezTo>
                    <a:pt x="60" y="46"/>
                    <a:pt x="46" y="60"/>
                    <a:pt x="30" y="60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40"/>
                    <a:pt x="20" y="48"/>
                    <a:pt x="30" y="48"/>
                  </a:cubicBezTo>
                  <a:cubicBezTo>
                    <a:pt x="40" y="48"/>
                    <a:pt x="48" y="40"/>
                    <a:pt x="48" y="30"/>
                  </a:cubicBezTo>
                  <a:cubicBezTo>
                    <a:pt x="48" y="20"/>
                    <a:pt x="40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  <p:sp>
          <p:nvSpPr>
            <p:cNvPr id="26" name="Freeform 188">
              <a:extLst>
                <a:ext uri="{FF2B5EF4-FFF2-40B4-BE49-F238E27FC236}">
                  <a16:creationId xmlns:a16="http://schemas.microsoft.com/office/drawing/2014/main" id="{03BA5C07-8451-523C-6366-0EE7BEC407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1" y="3457"/>
              <a:ext cx="58" cy="55"/>
            </a:xfrm>
            <a:custGeom>
              <a:avLst/>
              <a:gdLst>
                <a:gd name="T0" fmla="*/ 7 w 39"/>
                <a:gd name="T1" fmla="*/ 38 h 38"/>
                <a:gd name="T2" fmla="*/ 2 w 39"/>
                <a:gd name="T3" fmla="*/ 36 h 38"/>
                <a:gd name="T4" fmla="*/ 2 w 39"/>
                <a:gd name="T5" fmla="*/ 28 h 38"/>
                <a:gd name="T6" fmla="*/ 28 w 39"/>
                <a:gd name="T7" fmla="*/ 2 h 38"/>
                <a:gd name="T8" fmla="*/ 36 w 39"/>
                <a:gd name="T9" fmla="*/ 2 h 38"/>
                <a:gd name="T10" fmla="*/ 36 w 39"/>
                <a:gd name="T11" fmla="*/ 11 h 38"/>
                <a:gd name="T12" fmla="*/ 11 w 39"/>
                <a:gd name="T13" fmla="*/ 36 h 38"/>
                <a:gd name="T14" fmla="*/ 7 w 39"/>
                <a:gd name="T15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9" h="38">
                  <a:moveTo>
                    <a:pt x="7" y="38"/>
                  </a:moveTo>
                  <a:cubicBezTo>
                    <a:pt x="5" y="38"/>
                    <a:pt x="4" y="37"/>
                    <a:pt x="2" y="36"/>
                  </a:cubicBezTo>
                  <a:cubicBezTo>
                    <a:pt x="0" y="34"/>
                    <a:pt x="0" y="30"/>
                    <a:pt x="2" y="28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30" y="0"/>
                    <a:pt x="34" y="0"/>
                    <a:pt x="36" y="2"/>
                  </a:cubicBezTo>
                  <a:cubicBezTo>
                    <a:pt x="39" y="4"/>
                    <a:pt x="39" y="8"/>
                    <a:pt x="36" y="11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0" y="37"/>
                    <a:pt x="8" y="38"/>
                    <a:pt x="7" y="3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  <p:sp>
          <p:nvSpPr>
            <p:cNvPr id="27" name="Freeform 189">
              <a:extLst>
                <a:ext uri="{FF2B5EF4-FFF2-40B4-BE49-F238E27FC236}">
                  <a16:creationId xmlns:a16="http://schemas.microsoft.com/office/drawing/2014/main" id="{1286BD80-A700-5A5F-5C1A-DC42379A35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92" y="3485"/>
              <a:ext cx="89" cy="86"/>
            </a:xfrm>
            <a:custGeom>
              <a:avLst/>
              <a:gdLst>
                <a:gd name="T0" fmla="*/ 30 w 60"/>
                <a:gd name="T1" fmla="*/ 60 h 60"/>
                <a:gd name="T2" fmla="*/ 0 w 60"/>
                <a:gd name="T3" fmla="*/ 30 h 60"/>
                <a:gd name="T4" fmla="*/ 30 w 60"/>
                <a:gd name="T5" fmla="*/ 0 h 60"/>
                <a:gd name="T6" fmla="*/ 60 w 60"/>
                <a:gd name="T7" fmla="*/ 30 h 60"/>
                <a:gd name="T8" fmla="*/ 30 w 60"/>
                <a:gd name="T9" fmla="*/ 60 h 60"/>
                <a:gd name="T10" fmla="*/ 30 w 60"/>
                <a:gd name="T11" fmla="*/ 12 h 60"/>
                <a:gd name="T12" fmla="*/ 12 w 60"/>
                <a:gd name="T13" fmla="*/ 30 h 60"/>
                <a:gd name="T14" fmla="*/ 30 w 60"/>
                <a:gd name="T15" fmla="*/ 48 h 60"/>
                <a:gd name="T16" fmla="*/ 48 w 60"/>
                <a:gd name="T17" fmla="*/ 30 h 60"/>
                <a:gd name="T18" fmla="*/ 30 w 60"/>
                <a:gd name="T19" fmla="*/ 1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60"/>
                  </a:moveTo>
                  <a:cubicBezTo>
                    <a:pt x="13" y="60"/>
                    <a:pt x="0" y="46"/>
                    <a:pt x="0" y="30"/>
                  </a:cubicBezTo>
                  <a:cubicBezTo>
                    <a:pt x="0" y="13"/>
                    <a:pt x="13" y="0"/>
                    <a:pt x="30" y="0"/>
                  </a:cubicBezTo>
                  <a:cubicBezTo>
                    <a:pt x="46" y="0"/>
                    <a:pt x="60" y="13"/>
                    <a:pt x="60" y="30"/>
                  </a:cubicBezTo>
                  <a:cubicBezTo>
                    <a:pt x="60" y="46"/>
                    <a:pt x="46" y="60"/>
                    <a:pt x="30" y="60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40"/>
                    <a:pt x="20" y="48"/>
                    <a:pt x="30" y="48"/>
                  </a:cubicBezTo>
                  <a:cubicBezTo>
                    <a:pt x="39" y="48"/>
                    <a:pt x="48" y="40"/>
                    <a:pt x="48" y="30"/>
                  </a:cubicBezTo>
                  <a:cubicBezTo>
                    <a:pt x="48" y="20"/>
                    <a:pt x="39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  <p:sp>
          <p:nvSpPr>
            <p:cNvPr id="28" name="Freeform 190">
              <a:extLst>
                <a:ext uri="{FF2B5EF4-FFF2-40B4-BE49-F238E27FC236}">
                  <a16:creationId xmlns:a16="http://schemas.microsoft.com/office/drawing/2014/main" id="{601F53AB-0C23-D0EF-E75A-BD2F2682E6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6" y="3346"/>
              <a:ext cx="71" cy="17"/>
            </a:xfrm>
            <a:custGeom>
              <a:avLst/>
              <a:gdLst>
                <a:gd name="T0" fmla="*/ 42 w 48"/>
                <a:gd name="T1" fmla="*/ 12 h 12"/>
                <a:gd name="T2" fmla="*/ 6 w 48"/>
                <a:gd name="T3" fmla="*/ 12 h 12"/>
                <a:gd name="T4" fmla="*/ 0 w 48"/>
                <a:gd name="T5" fmla="*/ 6 h 12"/>
                <a:gd name="T6" fmla="*/ 6 w 48"/>
                <a:gd name="T7" fmla="*/ 0 h 12"/>
                <a:gd name="T8" fmla="*/ 42 w 48"/>
                <a:gd name="T9" fmla="*/ 0 h 12"/>
                <a:gd name="T10" fmla="*/ 48 w 48"/>
                <a:gd name="T11" fmla="*/ 6 h 12"/>
                <a:gd name="T12" fmla="*/ 42 w 4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12">
                  <a:moveTo>
                    <a:pt x="4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9"/>
                    <a:pt x="0" y="6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5" y="0"/>
                    <a:pt x="48" y="2"/>
                    <a:pt x="48" y="6"/>
                  </a:cubicBezTo>
                  <a:cubicBezTo>
                    <a:pt x="48" y="9"/>
                    <a:pt x="45" y="12"/>
                    <a:pt x="4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  <p:sp>
          <p:nvSpPr>
            <p:cNvPr id="29" name="Freeform 191">
              <a:extLst>
                <a:ext uri="{FF2B5EF4-FFF2-40B4-BE49-F238E27FC236}">
                  <a16:creationId xmlns:a16="http://schemas.microsoft.com/office/drawing/2014/main" id="{B7C3D97F-4CAF-AB3E-245F-E8A86C64D7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29" y="3311"/>
              <a:ext cx="89" cy="87"/>
            </a:xfrm>
            <a:custGeom>
              <a:avLst/>
              <a:gdLst>
                <a:gd name="T0" fmla="*/ 30 w 60"/>
                <a:gd name="T1" fmla="*/ 60 h 60"/>
                <a:gd name="T2" fmla="*/ 0 w 60"/>
                <a:gd name="T3" fmla="*/ 30 h 60"/>
                <a:gd name="T4" fmla="*/ 30 w 60"/>
                <a:gd name="T5" fmla="*/ 0 h 60"/>
                <a:gd name="T6" fmla="*/ 60 w 60"/>
                <a:gd name="T7" fmla="*/ 30 h 60"/>
                <a:gd name="T8" fmla="*/ 30 w 60"/>
                <a:gd name="T9" fmla="*/ 60 h 60"/>
                <a:gd name="T10" fmla="*/ 30 w 60"/>
                <a:gd name="T11" fmla="*/ 12 h 60"/>
                <a:gd name="T12" fmla="*/ 12 w 60"/>
                <a:gd name="T13" fmla="*/ 30 h 60"/>
                <a:gd name="T14" fmla="*/ 30 w 60"/>
                <a:gd name="T15" fmla="*/ 48 h 60"/>
                <a:gd name="T16" fmla="*/ 48 w 60"/>
                <a:gd name="T17" fmla="*/ 30 h 60"/>
                <a:gd name="T18" fmla="*/ 30 w 60"/>
                <a:gd name="T19" fmla="*/ 1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60"/>
                  </a:moveTo>
                  <a:cubicBezTo>
                    <a:pt x="13" y="60"/>
                    <a:pt x="0" y="46"/>
                    <a:pt x="0" y="30"/>
                  </a:cubicBezTo>
                  <a:cubicBezTo>
                    <a:pt x="0" y="13"/>
                    <a:pt x="13" y="0"/>
                    <a:pt x="30" y="0"/>
                  </a:cubicBezTo>
                  <a:cubicBezTo>
                    <a:pt x="46" y="0"/>
                    <a:pt x="60" y="13"/>
                    <a:pt x="60" y="30"/>
                  </a:cubicBezTo>
                  <a:cubicBezTo>
                    <a:pt x="60" y="46"/>
                    <a:pt x="46" y="60"/>
                    <a:pt x="30" y="60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40"/>
                    <a:pt x="20" y="48"/>
                    <a:pt x="30" y="48"/>
                  </a:cubicBezTo>
                  <a:cubicBezTo>
                    <a:pt x="40" y="48"/>
                    <a:pt x="48" y="40"/>
                    <a:pt x="48" y="30"/>
                  </a:cubicBezTo>
                  <a:cubicBezTo>
                    <a:pt x="48" y="20"/>
                    <a:pt x="40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  <p:sp>
          <p:nvSpPr>
            <p:cNvPr id="30" name="Freeform 192">
              <a:extLst>
                <a:ext uri="{FF2B5EF4-FFF2-40B4-BE49-F238E27FC236}">
                  <a16:creationId xmlns:a16="http://schemas.microsoft.com/office/drawing/2014/main" id="{70A0AC2F-288D-6738-50A3-E8F537295B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3" y="3346"/>
              <a:ext cx="71" cy="17"/>
            </a:xfrm>
            <a:custGeom>
              <a:avLst/>
              <a:gdLst>
                <a:gd name="T0" fmla="*/ 42 w 48"/>
                <a:gd name="T1" fmla="*/ 12 h 12"/>
                <a:gd name="T2" fmla="*/ 6 w 48"/>
                <a:gd name="T3" fmla="*/ 12 h 12"/>
                <a:gd name="T4" fmla="*/ 0 w 48"/>
                <a:gd name="T5" fmla="*/ 6 h 12"/>
                <a:gd name="T6" fmla="*/ 6 w 48"/>
                <a:gd name="T7" fmla="*/ 0 h 12"/>
                <a:gd name="T8" fmla="*/ 42 w 48"/>
                <a:gd name="T9" fmla="*/ 0 h 12"/>
                <a:gd name="T10" fmla="*/ 48 w 48"/>
                <a:gd name="T11" fmla="*/ 6 h 12"/>
                <a:gd name="T12" fmla="*/ 42 w 4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12">
                  <a:moveTo>
                    <a:pt x="4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9"/>
                    <a:pt x="0" y="6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5" y="0"/>
                    <a:pt x="48" y="2"/>
                    <a:pt x="48" y="6"/>
                  </a:cubicBezTo>
                  <a:cubicBezTo>
                    <a:pt x="48" y="9"/>
                    <a:pt x="45" y="12"/>
                    <a:pt x="4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  <p:sp>
          <p:nvSpPr>
            <p:cNvPr id="31" name="Freeform 193">
              <a:extLst>
                <a:ext uri="{FF2B5EF4-FFF2-40B4-BE49-F238E27FC236}">
                  <a16:creationId xmlns:a16="http://schemas.microsoft.com/office/drawing/2014/main" id="{EEFAD5A7-E28C-31A1-ADFD-DC02E619060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92" y="3311"/>
              <a:ext cx="89" cy="87"/>
            </a:xfrm>
            <a:custGeom>
              <a:avLst/>
              <a:gdLst>
                <a:gd name="T0" fmla="*/ 30 w 60"/>
                <a:gd name="T1" fmla="*/ 60 h 60"/>
                <a:gd name="T2" fmla="*/ 0 w 60"/>
                <a:gd name="T3" fmla="*/ 30 h 60"/>
                <a:gd name="T4" fmla="*/ 30 w 60"/>
                <a:gd name="T5" fmla="*/ 0 h 60"/>
                <a:gd name="T6" fmla="*/ 60 w 60"/>
                <a:gd name="T7" fmla="*/ 30 h 60"/>
                <a:gd name="T8" fmla="*/ 30 w 60"/>
                <a:gd name="T9" fmla="*/ 60 h 60"/>
                <a:gd name="T10" fmla="*/ 30 w 60"/>
                <a:gd name="T11" fmla="*/ 12 h 60"/>
                <a:gd name="T12" fmla="*/ 12 w 60"/>
                <a:gd name="T13" fmla="*/ 30 h 60"/>
                <a:gd name="T14" fmla="*/ 30 w 60"/>
                <a:gd name="T15" fmla="*/ 48 h 60"/>
                <a:gd name="T16" fmla="*/ 48 w 60"/>
                <a:gd name="T17" fmla="*/ 30 h 60"/>
                <a:gd name="T18" fmla="*/ 30 w 60"/>
                <a:gd name="T19" fmla="*/ 1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60"/>
                  </a:moveTo>
                  <a:cubicBezTo>
                    <a:pt x="13" y="60"/>
                    <a:pt x="0" y="46"/>
                    <a:pt x="0" y="30"/>
                  </a:cubicBezTo>
                  <a:cubicBezTo>
                    <a:pt x="0" y="13"/>
                    <a:pt x="13" y="0"/>
                    <a:pt x="30" y="0"/>
                  </a:cubicBezTo>
                  <a:cubicBezTo>
                    <a:pt x="46" y="0"/>
                    <a:pt x="60" y="13"/>
                    <a:pt x="60" y="30"/>
                  </a:cubicBezTo>
                  <a:cubicBezTo>
                    <a:pt x="60" y="46"/>
                    <a:pt x="46" y="60"/>
                    <a:pt x="30" y="60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40"/>
                    <a:pt x="20" y="48"/>
                    <a:pt x="30" y="48"/>
                  </a:cubicBezTo>
                  <a:cubicBezTo>
                    <a:pt x="40" y="48"/>
                    <a:pt x="48" y="40"/>
                    <a:pt x="48" y="30"/>
                  </a:cubicBezTo>
                  <a:cubicBezTo>
                    <a:pt x="48" y="20"/>
                    <a:pt x="40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  <p:sp>
          <p:nvSpPr>
            <p:cNvPr id="32" name="Freeform 194">
              <a:extLst>
                <a:ext uri="{FF2B5EF4-FFF2-40B4-BE49-F238E27FC236}">
                  <a16:creationId xmlns:a16="http://schemas.microsoft.com/office/drawing/2014/main" id="{B7F14CCD-AE12-4D47-E5E2-9F1698BE2A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" y="3295"/>
              <a:ext cx="79" cy="135"/>
            </a:xfrm>
            <a:custGeom>
              <a:avLst/>
              <a:gdLst>
                <a:gd name="T0" fmla="*/ 27 w 53"/>
                <a:gd name="T1" fmla="*/ 93 h 93"/>
                <a:gd name="T2" fmla="*/ 0 w 53"/>
                <a:gd name="T3" fmla="*/ 67 h 93"/>
                <a:gd name="T4" fmla="*/ 6 w 53"/>
                <a:gd name="T5" fmla="*/ 61 h 93"/>
                <a:gd name="T6" fmla="*/ 12 w 53"/>
                <a:gd name="T7" fmla="*/ 67 h 93"/>
                <a:gd name="T8" fmla="*/ 27 w 53"/>
                <a:gd name="T9" fmla="*/ 81 h 93"/>
                <a:gd name="T10" fmla="*/ 41 w 53"/>
                <a:gd name="T11" fmla="*/ 67 h 93"/>
                <a:gd name="T12" fmla="*/ 27 w 53"/>
                <a:gd name="T13" fmla="*/ 53 h 93"/>
                <a:gd name="T14" fmla="*/ 0 w 53"/>
                <a:gd name="T15" fmla="*/ 26 h 93"/>
                <a:gd name="T16" fmla="*/ 27 w 53"/>
                <a:gd name="T17" fmla="*/ 0 h 93"/>
                <a:gd name="T18" fmla="*/ 53 w 53"/>
                <a:gd name="T19" fmla="*/ 26 h 93"/>
                <a:gd name="T20" fmla="*/ 47 w 53"/>
                <a:gd name="T21" fmla="*/ 32 h 93"/>
                <a:gd name="T22" fmla="*/ 41 w 53"/>
                <a:gd name="T23" fmla="*/ 26 h 93"/>
                <a:gd name="T24" fmla="*/ 27 w 53"/>
                <a:gd name="T25" fmla="*/ 12 h 93"/>
                <a:gd name="T26" fmla="*/ 12 w 53"/>
                <a:gd name="T27" fmla="*/ 26 h 93"/>
                <a:gd name="T28" fmla="*/ 27 w 53"/>
                <a:gd name="T29" fmla="*/ 41 h 93"/>
                <a:gd name="T30" fmla="*/ 53 w 53"/>
                <a:gd name="T31" fmla="*/ 67 h 93"/>
                <a:gd name="T32" fmla="*/ 27 w 53"/>
                <a:gd name="T33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3" h="93">
                  <a:moveTo>
                    <a:pt x="27" y="93"/>
                  </a:moveTo>
                  <a:cubicBezTo>
                    <a:pt x="12" y="93"/>
                    <a:pt x="0" y="81"/>
                    <a:pt x="0" y="67"/>
                  </a:cubicBezTo>
                  <a:cubicBezTo>
                    <a:pt x="0" y="64"/>
                    <a:pt x="3" y="61"/>
                    <a:pt x="6" y="61"/>
                  </a:cubicBezTo>
                  <a:cubicBezTo>
                    <a:pt x="10" y="61"/>
                    <a:pt x="12" y="64"/>
                    <a:pt x="12" y="67"/>
                  </a:cubicBezTo>
                  <a:cubicBezTo>
                    <a:pt x="12" y="75"/>
                    <a:pt x="19" y="81"/>
                    <a:pt x="27" y="81"/>
                  </a:cubicBezTo>
                  <a:cubicBezTo>
                    <a:pt x="35" y="81"/>
                    <a:pt x="41" y="75"/>
                    <a:pt x="41" y="67"/>
                  </a:cubicBezTo>
                  <a:cubicBezTo>
                    <a:pt x="41" y="59"/>
                    <a:pt x="35" y="53"/>
                    <a:pt x="27" y="53"/>
                  </a:cubicBezTo>
                  <a:cubicBezTo>
                    <a:pt x="12" y="53"/>
                    <a:pt x="0" y="41"/>
                    <a:pt x="0" y="26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1" y="0"/>
                    <a:pt x="53" y="12"/>
                    <a:pt x="53" y="26"/>
                  </a:cubicBezTo>
                  <a:cubicBezTo>
                    <a:pt x="53" y="30"/>
                    <a:pt x="50" y="32"/>
                    <a:pt x="47" y="32"/>
                  </a:cubicBezTo>
                  <a:cubicBezTo>
                    <a:pt x="44" y="32"/>
                    <a:pt x="41" y="30"/>
                    <a:pt x="41" y="26"/>
                  </a:cubicBezTo>
                  <a:cubicBezTo>
                    <a:pt x="41" y="19"/>
                    <a:pt x="35" y="12"/>
                    <a:pt x="27" y="12"/>
                  </a:cubicBezTo>
                  <a:cubicBezTo>
                    <a:pt x="19" y="12"/>
                    <a:pt x="12" y="19"/>
                    <a:pt x="12" y="26"/>
                  </a:cubicBezTo>
                  <a:cubicBezTo>
                    <a:pt x="12" y="34"/>
                    <a:pt x="19" y="41"/>
                    <a:pt x="27" y="41"/>
                  </a:cubicBezTo>
                  <a:cubicBezTo>
                    <a:pt x="41" y="41"/>
                    <a:pt x="53" y="52"/>
                    <a:pt x="53" y="67"/>
                  </a:cubicBezTo>
                  <a:cubicBezTo>
                    <a:pt x="53" y="81"/>
                    <a:pt x="41" y="93"/>
                    <a:pt x="27" y="9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  <p:sp>
          <p:nvSpPr>
            <p:cNvPr id="33" name="Freeform 195">
              <a:extLst>
                <a:ext uri="{FF2B5EF4-FFF2-40B4-BE49-F238E27FC236}">
                  <a16:creationId xmlns:a16="http://schemas.microsoft.com/office/drawing/2014/main" id="{DDBAFA86-261D-D536-DA0E-5609EB7156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6" y="3412"/>
              <a:ext cx="18" cy="38"/>
            </a:xfrm>
            <a:custGeom>
              <a:avLst/>
              <a:gdLst>
                <a:gd name="T0" fmla="*/ 6 w 12"/>
                <a:gd name="T1" fmla="*/ 26 h 26"/>
                <a:gd name="T2" fmla="*/ 0 w 12"/>
                <a:gd name="T3" fmla="*/ 20 h 26"/>
                <a:gd name="T4" fmla="*/ 0 w 12"/>
                <a:gd name="T5" fmla="*/ 6 h 26"/>
                <a:gd name="T6" fmla="*/ 6 w 12"/>
                <a:gd name="T7" fmla="*/ 0 h 26"/>
                <a:gd name="T8" fmla="*/ 12 w 12"/>
                <a:gd name="T9" fmla="*/ 6 h 26"/>
                <a:gd name="T10" fmla="*/ 12 w 12"/>
                <a:gd name="T11" fmla="*/ 20 h 26"/>
                <a:gd name="T12" fmla="*/ 6 w 12"/>
                <a:gd name="T13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6">
                  <a:moveTo>
                    <a:pt x="6" y="26"/>
                  </a:moveTo>
                  <a:cubicBezTo>
                    <a:pt x="2" y="26"/>
                    <a:pt x="0" y="23"/>
                    <a:pt x="0" y="2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3"/>
                    <a:pt x="9" y="26"/>
                    <a:pt x="6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  <p:sp>
          <p:nvSpPr>
            <p:cNvPr id="34" name="Freeform 196">
              <a:extLst>
                <a:ext uri="{FF2B5EF4-FFF2-40B4-BE49-F238E27FC236}">
                  <a16:creationId xmlns:a16="http://schemas.microsoft.com/office/drawing/2014/main" id="{58D4BB14-653C-3F0C-34E4-E17B449F40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6" y="3276"/>
              <a:ext cx="18" cy="36"/>
            </a:xfrm>
            <a:custGeom>
              <a:avLst/>
              <a:gdLst>
                <a:gd name="T0" fmla="*/ 6 w 12"/>
                <a:gd name="T1" fmla="*/ 25 h 25"/>
                <a:gd name="T2" fmla="*/ 0 w 12"/>
                <a:gd name="T3" fmla="*/ 19 h 25"/>
                <a:gd name="T4" fmla="*/ 0 w 12"/>
                <a:gd name="T5" fmla="*/ 6 h 25"/>
                <a:gd name="T6" fmla="*/ 6 w 12"/>
                <a:gd name="T7" fmla="*/ 0 h 25"/>
                <a:gd name="T8" fmla="*/ 12 w 12"/>
                <a:gd name="T9" fmla="*/ 6 h 25"/>
                <a:gd name="T10" fmla="*/ 12 w 12"/>
                <a:gd name="T11" fmla="*/ 19 h 25"/>
                <a:gd name="T12" fmla="*/ 6 w 12"/>
                <a:gd name="T13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5">
                  <a:moveTo>
                    <a:pt x="6" y="25"/>
                  </a:moveTo>
                  <a:cubicBezTo>
                    <a:pt x="2" y="25"/>
                    <a:pt x="0" y="22"/>
                    <a:pt x="0" y="19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9" y="0"/>
                    <a:pt x="12" y="2"/>
                    <a:pt x="12" y="6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2"/>
                    <a:pt x="9" y="25"/>
                    <a:pt x="6" y="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8B0DC383-9C78-97C0-20E2-246ABF12489C}"/>
              </a:ext>
            </a:extLst>
          </p:cNvPr>
          <p:cNvSpPr/>
          <p:nvPr/>
        </p:nvSpPr>
        <p:spPr>
          <a:xfrm>
            <a:off x="2422645" y="2381370"/>
            <a:ext cx="983467" cy="67924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900" b="1">
                <a:solidFill>
                  <a:srgbClr val="10BBE5"/>
                </a:solidFill>
              </a:rPr>
              <a:t>Memorando Intenção,</a:t>
            </a:r>
            <a:r>
              <a:rPr lang="pt-BR" sz="900" b="1" noProof="0">
                <a:solidFill>
                  <a:srgbClr val="10BBE5"/>
                </a:solidFill>
              </a:rPr>
              <a:t> NDA e Preparação TSA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22A260E-5E2D-C1DC-99DC-FC4B88AB2363}"/>
              </a:ext>
            </a:extLst>
          </p:cNvPr>
          <p:cNvSpPr/>
          <p:nvPr/>
        </p:nvSpPr>
        <p:spPr>
          <a:xfrm>
            <a:off x="2818159" y="2192021"/>
            <a:ext cx="144000" cy="144000"/>
          </a:xfrm>
          <a:prstGeom prst="ellipse">
            <a:avLst/>
          </a:prstGeom>
          <a:solidFill>
            <a:srgbClr val="10B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endParaRPr lang="pt-BR" sz="1200" noProof="0">
              <a:solidFill>
                <a:schemeClr val="tx1"/>
              </a:solidFill>
            </a:endParaRPr>
          </a:p>
        </p:txBody>
      </p:sp>
      <p:sp>
        <p:nvSpPr>
          <p:cNvPr id="37" name="Freeform 127">
            <a:extLst>
              <a:ext uri="{FF2B5EF4-FFF2-40B4-BE49-F238E27FC236}">
                <a16:creationId xmlns:a16="http://schemas.microsoft.com/office/drawing/2014/main" id="{1878C943-8548-6775-4667-7107B9CD7FCF}"/>
              </a:ext>
            </a:extLst>
          </p:cNvPr>
          <p:cNvSpPr>
            <a:spLocks noEditPoints="1"/>
          </p:cNvSpPr>
          <p:nvPr/>
        </p:nvSpPr>
        <p:spPr bwMode="auto">
          <a:xfrm>
            <a:off x="2730421" y="1856739"/>
            <a:ext cx="278571" cy="237515"/>
          </a:xfrm>
          <a:custGeom>
            <a:avLst/>
            <a:gdLst>
              <a:gd name="T0" fmla="*/ 199 w 309"/>
              <a:gd name="T1" fmla="*/ 232 h 244"/>
              <a:gd name="T2" fmla="*/ 222 w 309"/>
              <a:gd name="T3" fmla="*/ 225 h 244"/>
              <a:gd name="T4" fmla="*/ 248 w 309"/>
              <a:gd name="T5" fmla="*/ 202 h 244"/>
              <a:gd name="T6" fmla="*/ 273 w 309"/>
              <a:gd name="T7" fmla="*/ 177 h 244"/>
              <a:gd name="T8" fmla="*/ 308 w 309"/>
              <a:gd name="T9" fmla="*/ 128 h 244"/>
              <a:gd name="T10" fmla="*/ 216 w 309"/>
              <a:gd name="T11" fmla="*/ 12 h 244"/>
              <a:gd name="T12" fmla="*/ 115 w 309"/>
              <a:gd name="T13" fmla="*/ 19 h 244"/>
              <a:gd name="T14" fmla="*/ 3 w 309"/>
              <a:gd name="T15" fmla="*/ 136 h 244"/>
              <a:gd name="T16" fmla="*/ 44 w 309"/>
              <a:gd name="T17" fmla="*/ 199 h 244"/>
              <a:gd name="T18" fmla="*/ 60 w 309"/>
              <a:gd name="T19" fmla="*/ 217 h 244"/>
              <a:gd name="T20" fmla="*/ 82 w 309"/>
              <a:gd name="T21" fmla="*/ 228 h 244"/>
              <a:gd name="T22" fmla="*/ 128 w 309"/>
              <a:gd name="T23" fmla="*/ 244 h 244"/>
              <a:gd name="T24" fmla="*/ 147 w 309"/>
              <a:gd name="T25" fmla="*/ 233 h 244"/>
              <a:gd name="T26" fmla="*/ 122 w 309"/>
              <a:gd name="T27" fmla="*/ 30 h 244"/>
              <a:gd name="T28" fmla="*/ 194 w 309"/>
              <a:gd name="T29" fmla="*/ 20 h 244"/>
              <a:gd name="T30" fmla="*/ 263 w 309"/>
              <a:gd name="T31" fmla="*/ 31 h 244"/>
              <a:gd name="T32" fmla="*/ 278 w 309"/>
              <a:gd name="T33" fmla="*/ 143 h 244"/>
              <a:gd name="T34" fmla="*/ 136 w 309"/>
              <a:gd name="T35" fmla="*/ 85 h 244"/>
              <a:gd name="T36" fmla="*/ 122 w 309"/>
              <a:gd name="T37" fmla="*/ 30 h 244"/>
              <a:gd name="T38" fmla="*/ 45 w 309"/>
              <a:gd name="T39" fmla="*/ 186 h 244"/>
              <a:gd name="T40" fmla="*/ 32 w 309"/>
              <a:gd name="T41" fmla="*/ 155 h 244"/>
              <a:gd name="T42" fmla="*/ 73 w 309"/>
              <a:gd name="T43" fmla="*/ 206 h 244"/>
              <a:gd name="T44" fmla="*/ 57 w 309"/>
              <a:gd name="T45" fmla="*/ 195 h 244"/>
              <a:gd name="T46" fmla="*/ 67 w 309"/>
              <a:gd name="T47" fmla="*/ 172 h 244"/>
              <a:gd name="T48" fmla="*/ 85 w 309"/>
              <a:gd name="T49" fmla="*/ 171 h 244"/>
              <a:gd name="T50" fmla="*/ 73 w 309"/>
              <a:gd name="T51" fmla="*/ 206 h 244"/>
              <a:gd name="T52" fmla="*/ 102 w 309"/>
              <a:gd name="T53" fmla="*/ 221 h 244"/>
              <a:gd name="T54" fmla="*/ 97 w 309"/>
              <a:gd name="T55" fmla="*/ 181 h 244"/>
              <a:gd name="T56" fmla="*/ 110 w 309"/>
              <a:gd name="T57" fmla="*/ 197 h 244"/>
              <a:gd name="T58" fmla="*/ 137 w 309"/>
              <a:gd name="T59" fmla="*/ 219 h 244"/>
              <a:gd name="T60" fmla="*/ 132 w 309"/>
              <a:gd name="T61" fmla="*/ 230 h 244"/>
              <a:gd name="T62" fmla="*/ 115 w 309"/>
              <a:gd name="T63" fmla="*/ 225 h 244"/>
              <a:gd name="T64" fmla="*/ 138 w 309"/>
              <a:gd name="T65" fmla="*/ 205 h 244"/>
              <a:gd name="T66" fmla="*/ 123 w 309"/>
              <a:gd name="T67" fmla="*/ 187 h 244"/>
              <a:gd name="T68" fmla="*/ 98 w 309"/>
              <a:gd name="T69" fmla="*/ 168 h 244"/>
              <a:gd name="T70" fmla="*/ 68 w 309"/>
              <a:gd name="T71" fmla="*/ 152 h 244"/>
              <a:gd name="T72" fmla="*/ 15 w 309"/>
              <a:gd name="T73" fmla="*/ 128 h 244"/>
              <a:gd name="T74" fmla="*/ 107 w 309"/>
              <a:gd name="T75" fmla="*/ 32 h 244"/>
              <a:gd name="T76" fmla="*/ 113 w 309"/>
              <a:gd name="T77" fmla="*/ 116 h 244"/>
              <a:gd name="T78" fmla="*/ 231 w 309"/>
              <a:gd name="T79" fmla="*/ 115 h 244"/>
              <a:gd name="T80" fmla="*/ 264 w 309"/>
              <a:gd name="T81" fmla="*/ 167 h 244"/>
              <a:gd name="T82" fmla="*/ 220 w 309"/>
              <a:gd name="T83" fmla="*/ 145 h 244"/>
              <a:gd name="T84" fmla="*/ 199 w 309"/>
              <a:gd name="T85" fmla="*/ 133 h 244"/>
              <a:gd name="T86" fmla="*/ 246 w 309"/>
              <a:gd name="T87" fmla="*/ 183 h 244"/>
              <a:gd name="T88" fmla="*/ 228 w 309"/>
              <a:gd name="T89" fmla="*/ 197 h 244"/>
              <a:gd name="T90" fmla="*/ 188 w 309"/>
              <a:gd name="T91" fmla="*/ 167 h 244"/>
              <a:gd name="T92" fmla="*/ 219 w 309"/>
              <a:gd name="T93" fmla="*/ 206 h 244"/>
              <a:gd name="T94" fmla="*/ 204 w 309"/>
              <a:gd name="T95" fmla="*/ 219 h 244"/>
              <a:gd name="T96" fmla="*/ 162 w 309"/>
              <a:gd name="T97" fmla="*/ 196 h 244"/>
              <a:gd name="T98" fmla="*/ 188 w 309"/>
              <a:gd name="T99" fmla="*/ 224 h 244"/>
              <a:gd name="T100" fmla="*/ 151 w 309"/>
              <a:gd name="T101" fmla="*/ 220 h 2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309" h="244">
                <a:moveTo>
                  <a:pt x="176" y="239"/>
                </a:moveTo>
                <a:cubicBezTo>
                  <a:pt x="181" y="239"/>
                  <a:pt x="184" y="238"/>
                  <a:pt x="188" y="238"/>
                </a:cubicBezTo>
                <a:cubicBezTo>
                  <a:pt x="192" y="236"/>
                  <a:pt x="196" y="235"/>
                  <a:pt x="199" y="232"/>
                </a:cubicBezTo>
                <a:cubicBezTo>
                  <a:pt x="199" y="232"/>
                  <a:pt x="199" y="232"/>
                  <a:pt x="199" y="232"/>
                </a:cubicBezTo>
                <a:cubicBezTo>
                  <a:pt x="199" y="232"/>
                  <a:pt x="199" y="232"/>
                  <a:pt x="199" y="232"/>
                </a:cubicBezTo>
                <a:cubicBezTo>
                  <a:pt x="200" y="232"/>
                  <a:pt x="201" y="232"/>
                  <a:pt x="201" y="232"/>
                </a:cubicBezTo>
                <a:cubicBezTo>
                  <a:pt x="202" y="232"/>
                  <a:pt x="203" y="233"/>
                  <a:pt x="204" y="233"/>
                </a:cubicBezTo>
                <a:cubicBezTo>
                  <a:pt x="210" y="233"/>
                  <a:pt x="217" y="230"/>
                  <a:pt x="222" y="225"/>
                </a:cubicBezTo>
                <a:cubicBezTo>
                  <a:pt x="227" y="221"/>
                  <a:pt x="230" y="216"/>
                  <a:pt x="232" y="210"/>
                </a:cubicBezTo>
                <a:cubicBezTo>
                  <a:pt x="232" y="210"/>
                  <a:pt x="232" y="210"/>
                  <a:pt x="232" y="210"/>
                </a:cubicBezTo>
                <a:cubicBezTo>
                  <a:pt x="232" y="210"/>
                  <a:pt x="232" y="210"/>
                  <a:pt x="232" y="210"/>
                </a:cubicBezTo>
                <a:cubicBezTo>
                  <a:pt x="238" y="209"/>
                  <a:pt x="243" y="206"/>
                  <a:pt x="248" y="202"/>
                </a:cubicBezTo>
                <a:cubicBezTo>
                  <a:pt x="254" y="197"/>
                  <a:pt x="257" y="191"/>
                  <a:pt x="259" y="185"/>
                </a:cubicBezTo>
                <a:cubicBezTo>
                  <a:pt x="259" y="185"/>
                  <a:pt x="259" y="185"/>
                  <a:pt x="259" y="185"/>
                </a:cubicBezTo>
                <a:cubicBezTo>
                  <a:pt x="259" y="185"/>
                  <a:pt x="259" y="185"/>
                  <a:pt x="259" y="185"/>
                </a:cubicBezTo>
                <a:cubicBezTo>
                  <a:pt x="264" y="184"/>
                  <a:pt x="269" y="181"/>
                  <a:pt x="273" y="177"/>
                </a:cubicBezTo>
                <a:cubicBezTo>
                  <a:pt x="280" y="171"/>
                  <a:pt x="284" y="164"/>
                  <a:pt x="285" y="155"/>
                </a:cubicBezTo>
                <a:cubicBezTo>
                  <a:pt x="285" y="155"/>
                  <a:pt x="285" y="155"/>
                  <a:pt x="285" y="155"/>
                </a:cubicBezTo>
                <a:cubicBezTo>
                  <a:pt x="307" y="135"/>
                  <a:pt x="307" y="135"/>
                  <a:pt x="307" y="135"/>
                </a:cubicBezTo>
                <a:cubicBezTo>
                  <a:pt x="308" y="134"/>
                  <a:pt x="309" y="131"/>
                  <a:pt x="308" y="128"/>
                </a:cubicBezTo>
                <a:cubicBezTo>
                  <a:pt x="274" y="23"/>
                  <a:pt x="274" y="23"/>
                  <a:pt x="274" y="23"/>
                </a:cubicBezTo>
                <a:cubicBezTo>
                  <a:pt x="273" y="21"/>
                  <a:pt x="271" y="19"/>
                  <a:pt x="269" y="19"/>
                </a:cubicBezTo>
                <a:cubicBezTo>
                  <a:pt x="269" y="19"/>
                  <a:pt x="269" y="19"/>
                  <a:pt x="269" y="19"/>
                </a:cubicBezTo>
                <a:cubicBezTo>
                  <a:pt x="264" y="18"/>
                  <a:pt x="226" y="12"/>
                  <a:pt x="216" y="12"/>
                </a:cubicBezTo>
                <a:cubicBezTo>
                  <a:pt x="213" y="12"/>
                  <a:pt x="205" y="10"/>
                  <a:pt x="198" y="7"/>
                </a:cubicBezTo>
                <a:cubicBezTo>
                  <a:pt x="185" y="4"/>
                  <a:pt x="171" y="0"/>
                  <a:pt x="162" y="1"/>
                </a:cubicBezTo>
                <a:cubicBezTo>
                  <a:pt x="148" y="2"/>
                  <a:pt x="123" y="15"/>
                  <a:pt x="115" y="19"/>
                </a:cubicBezTo>
                <a:cubicBezTo>
                  <a:pt x="115" y="19"/>
                  <a:pt x="115" y="19"/>
                  <a:pt x="115" y="19"/>
                </a:cubicBezTo>
                <a:cubicBezTo>
                  <a:pt x="45" y="19"/>
                  <a:pt x="45" y="19"/>
                  <a:pt x="45" y="19"/>
                </a:cubicBezTo>
                <a:cubicBezTo>
                  <a:pt x="42" y="19"/>
                  <a:pt x="40" y="21"/>
                  <a:pt x="39" y="23"/>
                </a:cubicBezTo>
                <a:cubicBezTo>
                  <a:pt x="1" y="128"/>
                  <a:pt x="1" y="128"/>
                  <a:pt x="1" y="128"/>
                </a:cubicBezTo>
                <a:cubicBezTo>
                  <a:pt x="0" y="131"/>
                  <a:pt x="1" y="134"/>
                  <a:pt x="3" y="136"/>
                </a:cubicBezTo>
                <a:cubicBezTo>
                  <a:pt x="21" y="148"/>
                  <a:pt x="21" y="148"/>
                  <a:pt x="21" y="148"/>
                </a:cubicBezTo>
                <a:cubicBezTo>
                  <a:pt x="21" y="148"/>
                  <a:pt x="21" y="148"/>
                  <a:pt x="21" y="148"/>
                </a:cubicBezTo>
                <a:cubicBezTo>
                  <a:pt x="16" y="156"/>
                  <a:pt x="11" y="168"/>
                  <a:pt x="14" y="175"/>
                </a:cubicBezTo>
                <a:cubicBezTo>
                  <a:pt x="17" y="184"/>
                  <a:pt x="33" y="196"/>
                  <a:pt x="44" y="199"/>
                </a:cubicBezTo>
                <a:cubicBezTo>
                  <a:pt x="44" y="199"/>
                  <a:pt x="44" y="199"/>
                  <a:pt x="44" y="199"/>
                </a:cubicBezTo>
                <a:cubicBezTo>
                  <a:pt x="44" y="199"/>
                  <a:pt x="44" y="199"/>
                  <a:pt x="44" y="199"/>
                </a:cubicBezTo>
                <a:cubicBezTo>
                  <a:pt x="44" y="200"/>
                  <a:pt x="44" y="201"/>
                  <a:pt x="44" y="201"/>
                </a:cubicBezTo>
                <a:cubicBezTo>
                  <a:pt x="46" y="208"/>
                  <a:pt x="51" y="213"/>
                  <a:pt x="60" y="217"/>
                </a:cubicBezTo>
                <a:cubicBezTo>
                  <a:pt x="65" y="219"/>
                  <a:pt x="70" y="220"/>
                  <a:pt x="74" y="220"/>
                </a:cubicBezTo>
                <a:cubicBezTo>
                  <a:pt x="74" y="220"/>
                  <a:pt x="74" y="220"/>
                  <a:pt x="74" y="220"/>
                </a:cubicBezTo>
                <a:cubicBezTo>
                  <a:pt x="74" y="220"/>
                  <a:pt x="74" y="220"/>
                  <a:pt x="74" y="220"/>
                </a:cubicBezTo>
                <a:cubicBezTo>
                  <a:pt x="76" y="223"/>
                  <a:pt x="79" y="225"/>
                  <a:pt x="82" y="228"/>
                </a:cubicBezTo>
                <a:cubicBezTo>
                  <a:pt x="89" y="233"/>
                  <a:pt x="99" y="235"/>
                  <a:pt x="106" y="234"/>
                </a:cubicBezTo>
                <a:cubicBezTo>
                  <a:pt x="106" y="234"/>
                  <a:pt x="106" y="234"/>
                  <a:pt x="106" y="234"/>
                </a:cubicBezTo>
                <a:cubicBezTo>
                  <a:pt x="106" y="234"/>
                  <a:pt x="106" y="234"/>
                  <a:pt x="106" y="234"/>
                </a:cubicBezTo>
                <a:cubicBezTo>
                  <a:pt x="111" y="239"/>
                  <a:pt x="119" y="244"/>
                  <a:pt x="128" y="244"/>
                </a:cubicBezTo>
                <a:cubicBezTo>
                  <a:pt x="128" y="244"/>
                  <a:pt x="128" y="244"/>
                  <a:pt x="128" y="244"/>
                </a:cubicBezTo>
                <a:cubicBezTo>
                  <a:pt x="132" y="244"/>
                  <a:pt x="136" y="243"/>
                  <a:pt x="139" y="241"/>
                </a:cubicBezTo>
                <a:cubicBezTo>
                  <a:pt x="142" y="239"/>
                  <a:pt x="145" y="237"/>
                  <a:pt x="147" y="233"/>
                </a:cubicBezTo>
                <a:cubicBezTo>
                  <a:pt x="147" y="233"/>
                  <a:pt x="147" y="233"/>
                  <a:pt x="147" y="233"/>
                </a:cubicBezTo>
                <a:cubicBezTo>
                  <a:pt x="147" y="233"/>
                  <a:pt x="147" y="233"/>
                  <a:pt x="147" y="233"/>
                </a:cubicBezTo>
                <a:cubicBezTo>
                  <a:pt x="156" y="237"/>
                  <a:pt x="167" y="239"/>
                  <a:pt x="176" y="239"/>
                </a:cubicBezTo>
                <a:close/>
                <a:moveTo>
                  <a:pt x="122" y="30"/>
                </a:moveTo>
                <a:cubicBezTo>
                  <a:pt x="122" y="30"/>
                  <a:pt x="122" y="30"/>
                  <a:pt x="122" y="30"/>
                </a:cubicBezTo>
                <a:cubicBezTo>
                  <a:pt x="132" y="25"/>
                  <a:pt x="153" y="14"/>
                  <a:pt x="163" y="14"/>
                </a:cubicBezTo>
                <a:cubicBezTo>
                  <a:pt x="163" y="14"/>
                  <a:pt x="164" y="14"/>
                  <a:pt x="164" y="14"/>
                </a:cubicBezTo>
                <a:cubicBezTo>
                  <a:pt x="171" y="14"/>
                  <a:pt x="184" y="17"/>
                  <a:pt x="194" y="20"/>
                </a:cubicBezTo>
                <a:cubicBezTo>
                  <a:pt x="194" y="20"/>
                  <a:pt x="194" y="20"/>
                  <a:pt x="194" y="20"/>
                </a:cubicBezTo>
                <a:cubicBezTo>
                  <a:pt x="203" y="23"/>
                  <a:pt x="211" y="25"/>
                  <a:pt x="216" y="25"/>
                </a:cubicBezTo>
                <a:cubicBezTo>
                  <a:pt x="222" y="25"/>
                  <a:pt x="245" y="29"/>
                  <a:pt x="262" y="31"/>
                </a:cubicBezTo>
                <a:cubicBezTo>
                  <a:pt x="263" y="31"/>
                  <a:pt x="263" y="31"/>
                  <a:pt x="263" y="31"/>
                </a:cubicBezTo>
                <a:cubicBezTo>
                  <a:pt x="263" y="31"/>
                  <a:pt x="263" y="31"/>
                  <a:pt x="263" y="31"/>
                </a:cubicBezTo>
                <a:cubicBezTo>
                  <a:pt x="295" y="129"/>
                  <a:pt x="295" y="129"/>
                  <a:pt x="295" y="129"/>
                </a:cubicBezTo>
                <a:cubicBezTo>
                  <a:pt x="294" y="129"/>
                  <a:pt x="294" y="129"/>
                  <a:pt x="294" y="129"/>
                </a:cubicBezTo>
                <a:cubicBezTo>
                  <a:pt x="279" y="143"/>
                  <a:pt x="279" y="143"/>
                  <a:pt x="279" y="143"/>
                </a:cubicBezTo>
                <a:cubicBezTo>
                  <a:pt x="278" y="143"/>
                  <a:pt x="278" y="143"/>
                  <a:pt x="278" y="143"/>
                </a:cubicBezTo>
                <a:cubicBezTo>
                  <a:pt x="241" y="106"/>
                  <a:pt x="241" y="106"/>
                  <a:pt x="241" y="106"/>
                </a:cubicBezTo>
                <a:cubicBezTo>
                  <a:pt x="232" y="96"/>
                  <a:pt x="202" y="64"/>
                  <a:pt x="191" y="61"/>
                </a:cubicBezTo>
                <a:cubicBezTo>
                  <a:pt x="174" y="56"/>
                  <a:pt x="159" y="59"/>
                  <a:pt x="147" y="69"/>
                </a:cubicBezTo>
                <a:cubicBezTo>
                  <a:pt x="142" y="74"/>
                  <a:pt x="139" y="79"/>
                  <a:pt x="136" y="85"/>
                </a:cubicBezTo>
                <a:cubicBezTo>
                  <a:pt x="131" y="94"/>
                  <a:pt x="127" y="102"/>
                  <a:pt x="111" y="103"/>
                </a:cubicBezTo>
                <a:cubicBezTo>
                  <a:pt x="104" y="104"/>
                  <a:pt x="98" y="103"/>
                  <a:pt x="96" y="100"/>
                </a:cubicBezTo>
                <a:cubicBezTo>
                  <a:pt x="94" y="98"/>
                  <a:pt x="94" y="96"/>
                  <a:pt x="95" y="95"/>
                </a:cubicBezTo>
                <a:lnTo>
                  <a:pt x="122" y="30"/>
                </a:lnTo>
                <a:close/>
                <a:moveTo>
                  <a:pt x="52" y="170"/>
                </a:moveTo>
                <a:cubicBezTo>
                  <a:pt x="50" y="175"/>
                  <a:pt x="47" y="180"/>
                  <a:pt x="46" y="186"/>
                </a:cubicBezTo>
                <a:cubicBezTo>
                  <a:pt x="46" y="186"/>
                  <a:pt x="46" y="186"/>
                  <a:pt x="46" y="186"/>
                </a:cubicBezTo>
                <a:cubicBezTo>
                  <a:pt x="45" y="186"/>
                  <a:pt x="45" y="186"/>
                  <a:pt x="45" y="186"/>
                </a:cubicBezTo>
                <a:cubicBezTo>
                  <a:pt x="39" y="183"/>
                  <a:pt x="28" y="176"/>
                  <a:pt x="26" y="171"/>
                </a:cubicBezTo>
                <a:cubicBezTo>
                  <a:pt x="26" y="171"/>
                  <a:pt x="26" y="171"/>
                  <a:pt x="26" y="171"/>
                </a:cubicBezTo>
                <a:cubicBezTo>
                  <a:pt x="25" y="169"/>
                  <a:pt x="28" y="161"/>
                  <a:pt x="31" y="156"/>
                </a:cubicBezTo>
                <a:cubicBezTo>
                  <a:pt x="32" y="155"/>
                  <a:pt x="32" y="155"/>
                  <a:pt x="32" y="155"/>
                </a:cubicBezTo>
                <a:cubicBezTo>
                  <a:pt x="32" y="155"/>
                  <a:pt x="32" y="155"/>
                  <a:pt x="32" y="155"/>
                </a:cubicBezTo>
                <a:cubicBezTo>
                  <a:pt x="52" y="170"/>
                  <a:pt x="52" y="170"/>
                  <a:pt x="52" y="170"/>
                </a:cubicBezTo>
                <a:close/>
                <a:moveTo>
                  <a:pt x="73" y="206"/>
                </a:moveTo>
                <a:cubicBezTo>
                  <a:pt x="73" y="206"/>
                  <a:pt x="73" y="206"/>
                  <a:pt x="73" y="206"/>
                </a:cubicBezTo>
                <a:cubicBezTo>
                  <a:pt x="73" y="206"/>
                  <a:pt x="72" y="206"/>
                  <a:pt x="72" y="206"/>
                </a:cubicBezTo>
                <a:cubicBezTo>
                  <a:pt x="71" y="206"/>
                  <a:pt x="68" y="206"/>
                  <a:pt x="65" y="205"/>
                </a:cubicBezTo>
                <a:cubicBezTo>
                  <a:pt x="60" y="203"/>
                  <a:pt x="57" y="200"/>
                  <a:pt x="57" y="198"/>
                </a:cubicBezTo>
                <a:cubicBezTo>
                  <a:pt x="57" y="197"/>
                  <a:pt x="57" y="196"/>
                  <a:pt x="57" y="195"/>
                </a:cubicBezTo>
                <a:cubicBezTo>
                  <a:pt x="57" y="195"/>
                  <a:pt x="57" y="194"/>
                  <a:pt x="57" y="194"/>
                </a:cubicBezTo>
                <a:cubicBezTo>
                  <a:pt x="58" y="188"/>
                  <a:pt x="62" y="179"/>
                  <a:pt x="65" y="173"/>
                </a:cubicBezTo>
                <a:cubicBezTo>
                  <a:pt x="65" y="173"/>
                  <a:pt x="65" y="173"/>
                  <a:pt x="65" y="173"/>
                </a:cubicBezTo>
                <a:cubicBezTo>
                  <a:pt x="66" y="173"/>
                  <a:pt x="67" y="172"/>
                  <a:pt x="67" y="172"/>
                </a:cubicBezTo>
                <a:cubicBezTo>
                  <a:pt x="67" y="171"/>
                  <a:pt x="68" y="170"/>
                  <a:pt x="68" y="169"/>
                </a:cubicBezTo>
                <a:cubicBezTo>
                  <a:pt x="68" y="169"/>
                  <a:pt x="68" y="169"/>
                  <a:pt x="68" y="169"/>
                </a:cubicBezTo>
                <a:cubicBezTo>
                  <a:pt x="70" y="166"/>
                  <a:pt x="71" y="165"/>
                  <a:pt x="72" y="164"/>
                </a:cubicBezTo>
                <a:cubicBezTo>
                  <a:pt x="76" y="163"/>
                  <a:pt x="84" y="169"/>
                  <a:pt x="85" y="171"/>
                </a:cubicBezTo>
                <a:cubicBezTo>
                  <a:pt x="85" y="172"/>
                  <a:pt x="85" y="172"/>
                  <a:pt x="85" y="172"/>
                </a:cubicBezTo>
                <a:cubicBezTo>
                  <a:pt x="86" y="172"/>
                  <a:pt x="86" y="173"/>
                  <a:pt x="85" y="175"/>
                </a:cubicBezTo>
                <a:cubicBezTo>
                  <a:pt x="85" y="175"/>
                  <a:pt x="85" y="175"/>
                  <a:pt x="85" y="175"/>
                </a:cubicBezTo>
                <a:lnTo>
                  <a:pt x="73" y="206"/>
                </a:lnTo>
                <a:close/>
                <a:moveTo>
                  <a:pt x="110" y="197"/>
                </a:moveTo>
                <a:cubicBezTo>
                  <a:pt x="110" y="197"/>
                  <a:pt x="110" y="197"/>
                  <a:pt x="110" y="197"/>
                </a:cubicBezTo>
                <a:cubicBezTo>
                  <a:pt x="102" y="221"/>
                  <a:pt x="102" y="221"/>
                  <a:pt x="102" y="221"/>
                </a:cubicBezTo>
                <a:cubicBezTo>
                  <a:pt x="102" y="221"/>
                  <a:pt x="102" y="221"/>
                  <a:pt x="102" y="221"/>
                </a:cubicBezTo>
                <a:cubicBezTo>
                  <a:pt x="99" y="221"/>
                  <a:pt x="94" y="220"/>
                  <a:pt x="90" y="217"/>
                </a:cubicBezTo>
                <a:cubicBezTo>
                  <a:pt x="87" y="215"/>
                  <a:pt x="86" y="214"/>
                  <a:pt x="85" y="212"/>
                </a:cubicBezTo>
                <a:cubicBezTo>
                  <a:pt x="85" y="212"/>
                  <a:pt x="85" y="212"/>
                  <a:pt x="85" y="212"/>
                </a:cubicBezTo>
                <a:cubicBezTo>
                  <a:pt x="97" y="181"/>
                  <a:pt x="97" y="181"/>
                  <a:pt x="97" y="181"/>
                </a:cubicBezTo>
                <a:cubicBezTo>
                  <a:pt x="97" y="181"/>
                  <a:pt x="97" y="181"/>
                  <a:pt x="97" y="181"/>
                </a:cubicBezTo>
                <a:cubicBezTo>
                  <a:pt x="103" y="182"/>
                  <a:pt x="109" y="185"/>
                  <a:pt x="110" y="187"/>
                </a:cubicBezTo>
                <a:cubicBezTo>
                  <a:pt x="110" y="187"/>
                  <a:pt x="110" y="187"/>
                  <a:pt x="110" y="187"/>
                </a:cubicBezTo>
                <a:cubicBezTo>
                  <a:pt x="110" y="188"/>
                  <a:pt x="111" y="191"/>
                  <a:pt x="110" y="197"/>
                </a:cubicBezTo>
                <a:close/>
                <a:moveTo>
                  <a:pt x="138" y="218"/>
                </a:moveTo>
                <a:cubicBezTo>
                  <a:pt x="138" y="218"/>
                  <a:pt x="138" y="218"/>
                  <a:pt x="138" y="218"/>
                </a:cubicBezTo>
                <a:cubicBezTo>
                  <a:pt x="138" y="218"/>
                  <a:pt x="138" y="218"/>
                  <a:pt x="138" y="218"/>
                </a:cubicBezTo>
                <a:cubicBezTo>
                  <a:pt x="138" y="219"/>
                  <a:pt x="137" y="219"/>
                  <a:pt x="137" y="219"/>
                </a:cubicBezTo>
                <a:cubicBezTo>
                  <a:pt x="136" y="221"/>
                  <a:pt x="136" y="223"/>
                  <a:pt x="136" y="225"/>
                </a:cubicBezTo>
                <a:cubicBezTo>
                  <a:pt x="136" y="225"/>
                  <a:pt x="136" y="225"/>
                  <a:pt x="136" y="225"/>
                </a:cubicBezTo>
                <a:cubicBezTo>
                  <a:pt x="136" y="225"/>
                  <a:pt x="136" y="225"/>
                  <a:pt x="136" y="225"/>
                </a:cubicBezTo>
                <a:cubicBezTo>
                  <a:pt x="135" y="227"/>
                  <a:pt x="134" y="229"/>
                  <a:pt x="132" y="230"/>
                </a:cubicBezTo>
                <a:cubicBezTo>
                  <a:pt x="131" y="231"/>
                  <a:pt x="130" y="231"/>
                  <a:pt x="128" y="231"/>
                </a:cubicBezTo>
                <a:cubicBezTo>
                  <a:pt x="124" y="231"/>
                  <a:pt x="118" y="228"/>
                  <a:pt x="115" y="225"/>
                </a:cubicBezTo>
                <a:cubicBezTo>
                  <a:pt x="115" y="225"/>
                  <a:pt x="115" y="225"/>
                  <a:pt x="115" y="225"/>
                </a:cubicBezTo>
                <a:cubicBezTo>
                  <a:pt x="115" y="225"/>
                  <a:pt x="115" y="225"/>
                  <a:pt x="115" y="225"/>
                </a:cubicBezTo>
                <a:cubicBezTo>
                  <a:pt x="122" y="201"/>
                  <a:pt x="122" y="201"/>
                  <a:pt x="122" y="201"/>
                </a:cubicBezTo>
                <a:cubicBezTo>
                  <a:pt x="122" y="201"/>
                  <a:pt x="122" y="201"/>
                  <a:pt x="122" y="201"/>
                </a:cubicBezTo>
                <a:cubicBezTo>
                  <a:pt x="124" y="200"/>
                  <a:pt x="127" y="199"/>
                  <a:pt x="129" y="200"/>
                </a:cubicBezTo>
                <a:cubicBezTo>
                  <a:pt x="132" y="200"/>
                  <a:pt x="137" y="201"/>
                  <a:pt x="138" y="205"/>
                </a:cubicBezTo>
                <a:cubicBezTo>
                  <a:pt x="139" y="208"/>
                  <a:pt x="139" y="213"/>
                  <a:pt x="138" y="218"/>
                </a:cubicBezTo>
                <a:close/>
                <a:moveTo>
                  <a:pt x="131" y="187"/>
                </a:moveTo>
                <a:cubicBezTo>
                  <a:pt x="129" y="187"/>
                  <a:pt x="126" y="187"/>
                  <a:pt x="124" y="187"/>
                </a:cubicBezTo>
                <a:cubicBezTo>
                  <a:pt x="123" y="187"/>
                  <a:pt x="123" y="187"/>
                  <a:pt x="123" y="187"/>
                </a:cubicBezTo>
                <a:cubicBezTo>
                  <a:pt x="123" y="187"/>
                  <a:pt x="123" y="187"/>
                  <a:pt x="123" y="187"/>
                </a:cubicBezTo>
                <a:cubicBezTo>
                  <a:pt x="123" y="185"/>
                  <a:pt x="123" y="184"/>
                  <a:pt x="123" y="184"/>
                </a:cubicBezTo>
                <a:cubicBezTo>
                  <a:pt x="121" y="175"/>
                  <a:pt x="109" y="169"/>
                  <a:pt x="98" y="168"/>
                </a:cubicBezTo>
                <a:cubicBezTo>
                  <a:pt x="98" y="168"/>
                  <a:pt x="98" y="168"/>
                  <a:pt x="98" y="168"/>
                </a:cubicBezTo>
                <a:cubicBezTo>
                  <a:pt x="98" y="168"/>
                  <a:pt x="98" y="168"/>
                  <a:pt x="98" y="168"/>
                </a:cubicBezTo>
                <a:cubicBezTo>
                  <a:pt x="98" y="168"/>
                  <a:pt x="98" y="168"/>
                  <a:pt x="98" y="167"/>
                </a:cubicBezTo>
                <a:cubicBezTo>
                  <a:pt x="96" y="162"/>
                  <a:pt x="90" y="156"/>
                  <a:pt x="84" y="154"/>
                </a:cubicBezTo>
                <a:cubicBezTo>
                  <a:pt x="78" y="151"/>
                  <a:pt x="73" y="150"/>
                  <a:pt x="68" y="152"/>
                </a:cubicBezTo>
                <a:cubicBezTo>
                  <a:pt x="65" y="153"/>
                  <a:pt x="63" y="155"/>
                  <a:pt x="60" y="158"/>
                </a:cubicBezTo>
                <a:cubicBezTo>
                  <a:pt x="60" y="159"/>
                  <a:pt x="60" y="159"/>
                  <a:pt x="60" y="159"/>
                </a:cubicBezTo>
                <a:cubicBezTo>
                  <a:pt x="59" y="158"/>
                  <a:pt x="59" y="158"/>
                  <a:pt x="59" y="158"/>
                </a:cubicBezTo>
                <a:cubicBezTo>
                  <a:pt x="15" y="128"/>
                  <a:pt x="15" y="128"/>
                  <a:pt x="15" y="128"/>
                </a:cubicBezTo>
                <a:cubicBezTo>
                  <a:pt x="15" y="128"/>
                  <a:pt x="15" y="128"/>
                  <a:pt x="15" y="128"/>
                </a:cubicBezTo>
                <a:cubicBezTo>
                  <a:pt x="50" y="32"/>
                  <a:pt x="50" y="32"/>
                  <a:pt x="50" y="32"/>
                </a:cubicBezTo>
                <a:cubicBezTo>
                  <a:pt x="107" y="32"/>
                  <a:pt x="107" y="32"/>
                  <a:pt x="107" y="32"/>
                </a:cubicBezTo>
                <a:cubicBezTo>
                  <a:pt x="107" y="32"/>
                  <a:pt x="107" y="32"/>
                  <a:pt x="107" y="32"/>
                </a:cubicBezTo>
                <a:cubicBezTo>
                  <a:pt x="82" y="90"/>
                  <a:pt x="82" y="90"/>
                  <a:pt x="82" y="90"/>
                </a:cubicBezTo>
                <a:cubicBezTo>
                  <a:pt x="82" y="90"/>
                  <a:pt x="82" y="91"/>
                  <a:pt x="82" y="91"/>
                </a:cubicBezTo>
                <a:cubicBezTo>
                  <a:pt x="82" y="92"/>
                  <a:pt x="79" y="101"/>
                  <a:pt x="86" y="108"/>
                </a:cubicBezTo>
                <a:cubicBezTo>
                  <a:pt x="91" y="115"/>
                  <a:pt x="100" y="117"/>
                  <a:pt x="113" y="116"/>
                </a:cubicBezTo>
                <a:cubicBezTo>
                  <a:pt x="135" y="114"/>
                  <a:pt x="142" y="101"/>
                  <a:pt x="148" y="91"/>
                </a:cubicBezTo>
                <a:cubicBezTo>
                  <a:pt x="150" y="86"/>
                  <a:pt x="152" y="82"/>
                  <a:pt x="155" y="79"/>
                </a:cubicBezTo>
                <a:cubicBezTo>
                  <a:pt x="164" y="72"/>
                  <a:pt x="174" y="70"/>
                  <a:pt x="187" y="74"/>
                </a:cubicBezTo>
                <a:cubicBezTo>
                  <a:pt x="193" y="75"/>
                  <a:pt x="214" y="96"/>
                  <a:pt x="231" y="115"/>
                </a:cubicBezTo>
                <a:cubicBezTo>
                  <a:pt x="231" y="115"/>
                  <a:pt x="231" y="115"/>
                  <a:pt x="231" y="115"/>
                </a:cubicBezTo>
                <a:cubicBezTo>
                  <a:pt x="272" y="155"/>
                  <a:pt x="272" y="155"/>
                  <a:pt x="272" y="155"/>
                </a:cubicBezTo>
                <a:cubicBezTo>
                  <a:pt x="272" y="155"/>
                  <a:pt x="272" y="155"/>
                  <a:pt x="272" y="155"/>
                </a:cubicBezTo>
                <a:cubicBezTo>
                  <a:pt x="271" y="159"/>
                  <a:pt x="268" y="164"/>
                  <a:pt x="264" y="167"/>
                </a:cubicBezTo>
                <a:cubicBezTo>
                  <a:pt x="261" y="170"/>
                  <a:pt x="257" y="172"/>
                  <a:pt x="254" y="172"/>
                </a:cubicBezTo>
                <a:cubicBezTo>
                  <a:pt x="254" y="172"/>
                  <a:pt x="254" y="172"/>
                  <a:pt x="254" y="172"/>
                </a:cubicBezTo>
                <a:cubicBezTo>
                  <a:pt x="253" y="172"/>
                  <a:pt x="253" y="172"/>
                  <a:pt x="253" y="172"/>
                </a:cubicBezTo>
                <a:cubicBezTo>
                  <a:pt x="220" y="145"/>
                  <a:pt x="220" y="145"/>
                  <a:pt x="220" y="145"/>
                </a:cubicBezTo>
                <a:cubicBezTo>
                  <a:pt x="217" y="142"/>
                  <a:pt x="212" y="135"/>
                  <a:pt x="212" y="132"/>
                </a:cubicBezTo>
                <a:cubicBezTo>
                  <a:pt x="212" y="128"/>
                  <a:pt x="209" y="126"/>
                  <a:pt x="205" y="126"/>
                </a:cubicBezTo>
                <a:cubicBezTo>
                  <a:pt x="205" y="126"/>
                  <a:pt x="205" y="126"/>
                  <a:pt x="205" y="126"/>
                </a:cubicBezTo>
                <a:cubicBezTo>
                  <a:pt x="201" y="126"/>
                  <a:pt x="199" y="129"/>
                  <a:pt x="199" y="133"/>
                </a:cubicBezTo>
                <a:cubicBezTo>
                  <a:pt x="200" y="142"/>
                  <a:pt x="209" y="152"/>
                  <a:pt x="211" y="154"/>
                </a:cubicBezTo>
                <a:cubicBezTo>
                  <a:pt x="211" y="155"/>
                  <a:pt x="211" y="155"/>
                  <a:pt x="212" y="155"/>
                </a:cubicBezTo>
                <a:cubicBezTo>
                  <a:pt x="245" y="182"/>
                  <a:pt x="245" y="182"/>
                  <a:pt x="245" y="182"/>
                </a:cubicBezTo>
                <a:cubicBezTo>
                  <a:pt x="245" y="182"/>
                  <a:pt x="245" y="183"/>
                  <a:pt x="246" y="183"/>
                </a:cubicBezTo>
                <a:cubicBezTo>
                  <a:pt x="246" y="183"/>
                  <a:pt x="246" y="183"/>
                  <a:pt x="246" y="183"/>
                </a:cubicBezTo>
                <a:cubicBezTo>
                  <a:pt x="246" y="183"/>
                  <a:pt x="246" y="183"/>
                  <a:pt x="246" y="183"/>
                </a:cubicBezTo>
                <a:cubicBezTo>
                  <a:pt x="245" y="186"/>
                  <a:pt x="243" y="189"/>
                  <a:pt x="240" y="192"/>
                </a:cubicBezTo>
                <a:cubicBezTo>
                  <a:pt x="236" y="195"/>
                  <a:pt x="232" y="197"/>
                  <a:pt x="228" y="197"/>
                </a:cubicBezTo>
                <a:cubicBezTo>
                  <a:pt x="228" y="197"/>
                  <a:pt x="228" y="197"/>
                  <a:pt x="228" y="197"/>
                </a:cubicBezTo>
                <a:cubicBezTo>
                  <a:pt x="228" y="197"/>
                  <a:pt x="228" y="197"/>
                  <a:pt x="228" y="197"/>
                </a:cubicBezTo>
                <a:cubicBezTo>
                  <a:pt x="193" y="168"/>
                  <a:pt x="193" y="168"/>
                  <a:pt x="193" y="168"/>
                </a:cubicBezTo>
                <a:cubicBezTo>
                  <a:pt x="192" y="167"/>
                  <a:pt x="190" y="167"/>
                  <a:pt x="188" y="167"/>
                </a:cubicBezTo>
                <a:cubicBezTo>
                  <a:pt x="186" y="167"/>
                  <a:pt x="185" y="168"/>
                  <a:pt x="184" y="169"/>
                </a:cubicBezTo>
                <a:cubicBezTo>
                  <a:pt x="183" y="171"/>
                  <a:pt x="182" y="172"/>
                  <a:pt x="182" y="174"/>
                </a:cubicBezTo>
                <a:cubicBezTo>
                  <a:pt x="182" y="176"/>
                  <a:pt x="183" y="177"/>
                  <a:pt x="185" y="178"/>
                </a:cubicBezTo>
                <a:cubicBezTo>
                  <a:pt x="219" y="206"/>
                  <a:pt x="219" y="206"/>
                  <a:pt x="219" y="206"/>
                </a:cubicBezTo>
                <a:cubicBezTo>
                  <a:pt x="219" y="206"/>
                  <a:pt x="219" y="206"/>
                  <a:pt x="219" y="206"/>
                </a:cubicBezTo>
                <a:cubicBezTo>
                  <a:pt x="218" y="210"/>
                  <a:pt x="216" y="213"/>
                  <a:pt x="213" y="215"/>
                </a:cubicBezTo>
                <a:cubicBezTo>
                  <a:pt x="211" y="218"/>
                  <a:pt x="207" y="219"/>
                  <a:pt x="204" y="219"/>
                </a:cubicBezTo>
                <a:cubicBezTo>
                  <a:pt x="204" y="219"/>
                  <a:pt x="204" y="219"/>
                  <a:pt x="204" y="219"/>
                </a:cubicBezTo>
                <a:cubicBezTo>
                  <a:pt x="204" y="219"/>
                  <a:pt x="204" y="219"/>
                  <a:pt x="204" y="219"/>
                </a:cubicBezTo>
                <a:cubicBezTo>
                  <a:pt x="171" y="194"/>
                  <a:pt x="171" y="194"/>
                  <a:pt x="171" y="194"/>
                </a:cubicBezTo>
                <a:cubicBezTo>
                  <a:pt x="170" y="193"/>
                  <a:pt x="168" y="193"/>
                  <a:pt x="166" y="193"/>
                </a:cubicBezTo>
                <a:cubicBezTo>
                  <a:pt x="165" y="193"/>
                  <a:pt x="163" y="194"/>
                  <a:pt x="162" y="196"/>
                </a:cubicBezTo>
                <a:cubicBezTo>
                  <a:pt x="161" y="197"/>
                  <a:pt x="161" y="199"/>
                  <a:pt x="161" y="201"/>
                </a:cubicBezTo>
                <a:cubicBezTo>
                  <a:pt x="161" y="202"/>
                  <a:pt x="162" y="204"/>
                  <a:pt x="163" y="205"/>
                </a:cubicBezTo>
                <a:cubicBezTo>
                  <a:pt x="188" y="224"/>
                  <a:pt x="188" y="224"/>
                  <a:pt x="188" y="224"/>
                </a:cubicBezTo>
                <a:cubicBezTo>
                  <a:pt x="188" y="224"/>
                  <a:pt x="188" y="224"/>
                  <a:pt x="188" y="224"/>
                </a:cubicBezTo>
                <a:cubicBezTo>
                  <a:pt x="187" y="224"/>
                  <a:pt x="186" y="225"/>
                  <a:pt x="185" y="225"/>
                </a:cubicBezTo>
                <a:cubicBezTo>
                  <a:pt x="182" y="225"/>
                  <a:pt x="179" y="226"/>
                  <a:pt x="176" y="226"/>
                </a:cubicBezTo>
                <a:cubicBezTo>
                  <a:pt x="168" y="226"/>
                  <a:pt x="158" y="223"/>
                  <a:pt x="151" y="220"/>
                </a:cubicBezTo>
                <a:cubicBezTo>
                  <a:pt x="151" y="220"/>
                  <a:pt x="151" y="220"/>
                  <a:pt x="151" y="220"/>
                </a:cubicBezTo>
                <a:cubicBezTo>
                  <a:pt x="151" y="220"/>
                  <a:pt x="151" y="220"/>
                  <a:pt x="151" y="220"/>
                </a:cubicBezTo>
                <a:cubicBezTo>
                  <a:pt x="153" y="212"/>
                  <a:pt x="152" y="205"/>
                  <a:pt x="151" y="201"/>
                </a:cubicBezTo>
                <a:cubicBezTo>
                  <a:pt x="149" y="193"/>
                  <a:pt x="141" y="188"/>
                  <a:pt x="131" y="187"/>
                </a:cubicBezTo>
                <a:close/>
              </a:path>
            </a:pathLst>
          </a:custGeom>
          <a:solidFill>
            <a:srgbClr val="10BBE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 noProof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5209794-D251-D280-7F4A-02422206D592}"/>
              </a:ext>
            </a:extLst>
          </p:cNvPr>
          <p:cNvSpPr/>
          <p:nvPr/>
        </p:nvSpPr>
        <p:spPr>
          <a:xfrm>
            <a:off x="3429053" y="2381370"/>
            <a:ext cx="858096" cy="5430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900" b="1" noProof="0">
                <a:solidFill>
                  <a:srgbClr val="10BBE5"/>
                </a:solidFill>
              </a:rPr>
              <a:t>Preparação para a </a:t>
            </a:r>
            <a:r>
              <a:rPr lang="pt-BR" sz="900" b="1" noProof="0" err="1">
                <a:solidFill>
                  <a:srgbClr val="10BBE5"/>
                </a:solidFill>
              </a:rPr>
              <a:t>Due</a:t>
            </a:r>
            <a:r>
              <a:rPr lang="pt-BR" sz="900" b="1" noProof="0">
                <a:solidFill>
                  <a:srgbClr val="10BBE5"/>
                </a:solidFill>
              </a:rPr>
              <a:t> </a:t>
            </a:r>
            <a:r>
              <a:rPr lang="pt-BR" sz="900" b="1" noProof="0" err="1">
                <a:solidFill>
                  <a:srgbClr val="10BBE5"/>
                </a:solidFill>
              </a:rPr>
              <a:t>Diligence</a:t>
            </a:r>
            <a:endParaRPr lang="pt-BR" sz="900" b="1" noProof="0">
              <a:solidFill>
                <a:srgbClr val="10BBE5"/>
              </a:solidFill>
            </a:endParaRPr>
          </a:p>
        </p:txBody>
      </p:sp>
      <p:grpSp>
        <p:nvGrpSpPr>
          <p:cNvPr id="39" name="Group 124">
            <a:extLst>
              <a:ext uri="{FF2B5EF4-FFF2-40B4-BE49-F238E27FC236}">
                <a16:creationId xmlns:a16="http://schemas.microsoft.com/office/drawing/2014/main" id="{1638DF44-3721-5366-3EE4-A6EE2F07CA7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745122" y="1846431"/>
            <a:ext cx="258063" cy="279474"/>
            <a:chOff x="2402" y="3006"/>
            <a:chExt cx="426" cy="426"/>
          </a:xfrm>
          <a:solidFill>
            <a:srgbClr val="10BBE5"/>
          </a:solidFill>
        </p:grpSpPr>
        <p:sp>
          <p:nvSpPr>
            <p:cNvPr id="40" name="Freeform 125">
              <a:extLst>
                <a:ext uri="{FF2B5EF4-FFF2-40B4-BE49-F238E27FC236}">
                  <a16:creationId xmlns:a16="http://schemas.microsoft.com/office/drawing/2014/main" id="{4C105ED8-29E4-4C0E-3439-CAB5E07600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02" y="3006"/>
              <a:ext cx="426" cy="426"/>
            </a:xfrm>
            <a:custGeom>
              <a:avLst/>
              <a:gdLst>
                <a:gd name="T0" fmla="*/ 285 w 288"/>
                <a:gd name="T1" fmla="*/ 278 h 288"/>
                <a:gd name="T2" fmla="*/ 177 w 288"/>
                <a:gd name="T3" fmla="*/ 170 h 288"/>
                <a:gd name="T4" fmla="*/ 203 w 288"/>
                <a:gd name="T5" fmla="*/ 102 h 288"/>
                <a:gd name="T6" fmla="*/ 101 w 288"/>
                <a:gd name="T7" fmla="*/ 0 h 288"/>
                <a:gd name="T8" fmla="*/ 0 w 288"/>
                <a:gd name="T9" fmla="*/ 102 h 288"/>
                <a:gd name="T10" fmla="*/ 101 w 288"/>
                <a:gd name="T11" fmla="*/ 204 h 288"/>
                <a:gd name="T12" fmla="*/ 169 w 288"/>
                <a:gd name="T13" fmla="*/ 178 h 288"/>
                <a:gd name="T14" fmla="*/ 277 w 288"/>
                <a:gd name="T15" fmla="*/ 286 h 288"/>
                <a:gd name="T16" fmla="*/ 285 w 288"/>
                <a:gd name="T17" fmla="*/ 286 h 288"/>
                <a:gd name="T18" fmla="*/ 285 w 288"/>
                <a:gd name="T19" fmla="*/ 278 h 288"/>
                <a:gd name="T20" fmla="*/ 165 w 288"/>
                <a:gd name="T21" fmla="*/ 166 h 288"/>
                <a:gd name="T22" fmla="*/ 101 w 288"/>
                <a:gd name="T23" fmla="*/ 192 h 288"/>
                <a:gd name="T24" fmla="*/ 38 w 288"/>
                <a:gd name="T25" fmla="*/ 166 h 288"/>
                <a:gd name="T26" fmla="*/ 12 w 288"/>
                <a:gd name="T27" fmla="*/ 102 h 288"/>
                <a:gd name="T28" fmla="*/ 38 w 288"/>
                <a:gd name="T29" fmla="*/ 39 h 288"/>
                <a:gd name="T30" fmla="*/ 101 w 288"/>
                <a:gd name="T31" fmla="*/ 12 h 288"/>
                <a:gd name="T32" fmla="*/ 165 w 288"/>
                <a:gd name="T33" fmla="*/ 39 h 288"/>
                <a:gd name="T34" fmla="*/ 191 w 288"/>
                <a:gd name="T35" fmla="*/ 102 h 288"/>
                <a:gd name="T36" fmla="*/ 165 w 288"/>
                <a:gd name="T37" fmla="*/ 166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88" h="288">
                  <a:moveTo>
                    <a:pt x="285" y="278"/>
                  </a:moveTo>
                  <a:cubicBezTo>
                    <a:pt x="177" y="170"/>
                    <a:pt x="177" y="170"/>
                    <a:pt x="177" y="170"/>
                  </a:cubicBezTo>
                  <a:cubicBezTo>
                    <a:pt x="193" y="152"/>
                    <a:pt x="203" y="128"/>
                    <a:pt x="203" y="102"/>
                  </a:cubicBezTo>
                  <a:cubicBezTo>
                    <a:pt x="203" y="46"/>
                    <a:pt x="158" y="0"/>
                    <a:pt x="101" y="0"/>
                  </a:cubicBezTo>
                  <a:cubicBezTo>
                    <a:pt x="45" y="0"/>
                    <a:pt x="0" y="46"/>
                    <a:pt x="0" y="102"/>
                  </a:cubicBezTo>
                  <a:cubicBezTo>
                    <a:pt x="0" y="158"/>
                    <a:pt x="45" y="204"/>
                    <a:pt x="101" y="204"/>
                  </a:cubicBezTo>
                  <a:cubicBezTo>
                    <a:pt x="127" y="204"/>
                    <a:pt x="151" y="194"/>
                    <a:pt x="169" y="178"/>
                  </a:cubicBezTo>
                  <a:cubicBezTo>
                    <a:pt x="277" y="286"/>
                    <a:pt x="277" y="286"/>
                    <a:pt x="277" y="286"/>
                  </a:cubicBezTo>
                  <a:cubicBezTo>
                    <a:pt x="279" y="288"/>
                    <a:pt x="283" y="288"/>
                    <a:pt x="285" y="286"/>
                  </a:cubicBezTo>
                  <a:cubicBezTo>
                    <a:pt x="288" y="284"/>
                    <a:pt x="288" y="280"/>
                    <a:pt x="285" y="278"/>
                  </a:cubicBezTo>
                  <a:close/>
                  <a:moveTo>
                    <a:pt x="165" y="166"/>
                  </a:moveTo>
                  <a:cubicBezTo>
                    <a:pt x="149" y="182"/>
                    <a:pt x="126" y="192"/>
                    <a:pt x="101" y="192"/>
                  </a:cubicBezTo>
                  <a:cubicBezTo>
                    <a:pt x="77" y="192"/>
                    <a:pt x="54" y="182"/>
                    <a:pt x="38" y="166"/>
                  </a:cubicBezTo>
                  <a:cubicBezTo>
                    <a:pt x="22" y="149"/>
                    <a:pt x="12" y="127"/>
                    <a:pt x="12" y="102"/>
                  </a:cubicBezTo>
                  <a:cubicBezTo>
                    <a:pt x="12" y="77"/>
                    <a:pt x="22" y="55"/>
                    <a:pt x="38" y="39"/>
                  </a:cubicBezTo>
                  <a:cubicBezTo>
                    <a:pt x="54" y="22"/>
                    <a:pt x="77" y="12"/>
                    <a:pt x="101" y="12"/>
                  </a:cubicBezTo>
                  <a:cubicBezTo>
                    <a:pt x="126" y="12"/>
                    <a:pt x="149" y="22"/>
                    <a:pt x="165" y="39"/>
                  </a:cubicBezTo>
                  <a:cubicBezTo>
                    <a:pt x="181" y="55"/>
                    <a:pt x="191" y="77"/>
                    <a:pt x="191" y="102"/>
                  </a:cubicBezTo>
                  <a:cubicBezTo>
                    <a:pt x="191" y="127"/>
                    <a:pt x="181" y="149"/>
                    <a:pt x="165" y="1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  <p:sp>
          <p:nvSpPr>
            <p:cNvPr id="41" name="Freeform 126">
              <a:extLst>
                <a:ext uri="{FF2B5EF4-FFF2-40B4-BE49-F238E27FC236}">
                  <a16:creationId xmlns:a16="http://schemas.microsoft.com/office/drawing/2014/main" id="{A752C7EB-36D0-1681-947D-8C83616D43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0" y="3068"/>
              <a:ext cx="185" cy="146"/>
            </a:xfrm>
            <a:custGeom>
              <a:avLst/>
              <a:gdLst>
                <a:gd name="T0" fmla="*/ 119 w 125"/>
                <a:gd name="T1" fmla="*/ 87 h 99"/>
                <a:gd name="T2" fmla="*/ 105 w 125"/>
                <a:gd name="T3" fmla="*/ 87 h 99"/>
                <a:gd name="T4" fmla="*/ 105 w 125"/>
                <a:gd name="T5" fmla="*/ 6 h 99"/>
                <a:gd name="T6" fmla="*/ 99 w 125"/>
                <a:gd name="T7" fmla="*/ 0 h 99"/>
                <a:gd name="T8" fmla="*/ 93 w 125"/>
                <a:gd name="T9" fmla="*/ 6 h 99"/>
                <a:gd name="T10" fmla="*/ 93 w 125"/>
                <a:gd name="T11" fmla="*/ 87 h 99"/>
                <a:gd name="T12" fmla="*/ 81 w 125"/>
                <a:gd name="T13" fmla="*/ 87 h 99"/>
                <a:gd name="T14" fmla="*/ 81 w 125"/>
                <a:gd name="T15" fmla="*/ 53 h 99"/>
                <a:gd name="T16" fmla="*/ 75 w 125"/>
                <a:gd name="T17" fmla="*/ 48 h 99"/>
                <a:gd name="T18" fmla="*/ 69 w 125"/>
                <a:gd name="T19" fmla="*/ 53 h 99"/>
                <a:gd name="T20" fmla="*/ 69 w 125"/>
                <a:gd name="T21" fmla="*/ 87 h 99"/>
                <a:gd name="T22" fmla="*/ 57 w 125"/>
                <a:gd name="T23" fmla="*/ 87 h 99"/>
                <a:gd name="T24" fmla="*/ 57 w 125"/>
                <a:gd name="T25" fmla="*/ 34 h 99"/>
                <a:gd name="T26" fmla="*/ 51 w 125"/>
                <a:gd name="T27" fmla="*/ 28 h 99"/>
                <a:gd name="T28" fmla="*/ 45 w 125"/>
                <a:gd name="T29" fmla="*/ 34 h 99"/>
                <a:gd name="T30" fmla="*/ 45 w 125"/>
                <a:gd name="T31" fmla="*/ 87 h 99"/>
                <a:gd name="T32" fmla="*/ 33 w 125"/>
                <a:gd name="T33" fmla="*/ 87 h 99"/>
                <a:gd name="T34" fmla="*/ 33 w 125"/>
                <a:gd name="T35" fmla="*/ 53 h 99"/>
                <a:gd name="T36" fmla="*/ 27 w 125"/>
                <a:gd name="T37" fmla="*/ 48 h 99"/>
                <a:gd name="T38" fmla="*/ 21 w 125"/>
                <a:gd name="T39" fmla="*/ 53 h 99"/>
                <a:gd name="T40" fmla="*/ 21 w 125"/>
                <a:gd name="T41" fmla="*/ 87 h 99"/>
                <a:gd name="T42" fmla="*/ 6 w 125"/>
                <a:gd name="T43" fmla="*/ 87 h 99"/>
                <a:gd name="T44" fmla="*/ 0 w 125"/>
                <a:gd name="T45" fmla="*/ 93 h 99"/>
                <a:gd name="T46" fmla="*/ 6 w 125"/>
                <a:gd name="T47" fmla="*/ 99 h 99"/>
                <a:gd name="T48" fmla="*/ 119 w 125"/>
                <a:gd name="T49" fmla="*/ 99 h 99"/>
                <a:gd name="T50" fmla="*/ 125 w 125"/>
                <a:gd name="T51" fmla="*/ 93 h 99"/>
                <a:gd name="T52" fmla="*/ 119 w 125"/>
                <a:gd name="T53" fmla="*/ 87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25" h="99">
                  <a:moveTo>
                    <a:pt x="119" y="87"/>
                  </a:moveTo>
                  <a:cubicBezTo>
                    <a:pt x="105" y="87"/>
                    <a:pt x="105" y="87"/>
                    <a:pt x="105" y="87"/>
                  </a:cubicBezTo>
                  <a:cubicBezTo>
                    <a:pt x="105" y="6"/>
                    <a:pt x="105" y="6"/>
                    <a:pt x="105" y="6"/>
                  </a:cubicBezTo>
                  <a:cubicBezTo>
                    <a:pt x="105" y="3"/>
                    <a:pt x="102" y="0"/>
                    <a:pt x="99" y="0"/>
                  </a:cubicBezTo>
                  <a:cubicBezTo>
                    <a:pt x="95" y="0"/>
                    <a:pt x="93" y="3"/>
                    <a:pt x="93" y="6"/>
                  </a:cubicBezTo>
                  <a:cubicBezTo>
                    <a:pt x="93" y="87"/>
                    <a:pt x="93" y="87"/>
                    <a:pt x="93" y="87"/>
                  </a:cubicBezTo>
                  <a:cubicBezTo>
                    <a:pt x="81" y="87"/>
                    <a:pt x="81" y="87"/>
                    <a:pt x="81" y="87"/>
                  </a:cubicBezTo>
                  <a:cubicBezTo>
                    <a:pt x="81" y="53"/>
                    <a:pt x="81" y="53"/>
                    <a:pt x="81" y="53"/>
                  </a:cubicBezTo>
                  <a:cubicBezTo>
                    <a:pt x="81" y="50"/>
                    <a:pt x="78" y="48"/>
                    <a:pt x="75" y="48"/>
                  </a:cubicBezTo>
                  <a:cubicBezTo>
                    <a:pt x="71" y="48"/>
                    <a:pt x="69" y="50"/>
                    <a:pt x="69" y="53"/>
                  </a:cubicBezTo>
                  <a:cubicBezTo>
                    <a:pt x="69" y="87"/>
                    <a:pt x="69" y="87"/>
                    <a:pt x="69" y="87"/>
                  </a:cubicBezTo>
                  <a:cubicBezTo>
                    <a:pt x="57" y="87"/>
                    <a:pt x="57" y="87"/>
                    <a:pt x="57" y="87"/>
                  </a:cubicBezTo>
                  <a:cubicBezTo>
                    <a:pt x="57" y="34"/>
                    <a:pt x="57" y="34"/>
                    <a:pt x="57" y="34"/>
                  </a:cubicBezTo>
                  <a:cubicBezTo>
                    <a:pt x="57" y="30"/>
                    <a:pt x="54" y="28"/>
                    <a:pt x="51" y="28"/>
                  </a:cubicBezTo>
                  <a:cubicBezTo>
                    <a:pt x="47" y="28"/>
                    <a:pt x="45" y="30"/>
                    <a:pt x="45" y="34"/>
                  </a:cubicBezTo>
                  <a:cubicBezTo>
                    <a:pt x="45" y="87"/>
                    <a:pt x="45" y="87"/>
                    <a:pt x="45" y="87"/>
                  </a:cubicBezTo>
                  <a:cubicBezTo>
                    <a:pt x="33" y="87"/>
                    <a:pt x="33" y="87"/>
                    <a:pt x="33" y="87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0"/>
                    <a:pt x="30" y="48"/>
                    <a:pt x="27" y="48"/>
                  </a:cubicBezTo>
                  <a:cubicBezTo>
                    <a:pt x="23" y="48"/>
                    <a:pt x="21" y="50"/>
                    <a:pt x="21" y="53"/>
                  </a:cubicBezTo>
                  <a:cubicBezTo>
                    <a:pt x="21" y="87"/>
                    <a:pt x="21" y="87"/>
                    <a:pt x="21" y="87"/>
                  </a:cubicBezTo>
                  <a:cubicBezTo>
                    <a:pt x="6" y="87"/>
                    <a:pt x="6" y="87"/>
                    <a:pt x="6" y="87"/>
                  </a:cubicBezTo>
                  <a:cubicBezTo>
                    <a:pt x="3" y="87"/>
                    <a:pt x="0" y="90"/>
                    <a:pt x="0" y="93"/>
                  </a:cubicBezTo>
                  <a:cubicBezTo>
                    <a:pt x="0" y="96"/>
                    <a:pt x="3" y="99"/>
                    <a:pt x="6" y="99"/>
                  </a:cubicBezTo>
                  <a:cubicBezTo>
                    <a:pt x="119" y="99"/>
                    <a:pt x="119" y="99"/>
                    <a:pt x="119" y="99"/>
                  </a:cubicBezTo>
                  <a:cubicBezTo>
                    <a:pt x="123" y="99"/>
                    <a:pt x="125" y="96"/>
                    <a:pt x="125" y="93"/>
                  </a:cubicBezTo>
                  <a:cubicBezTo>
                    <a:pt x="125" y="90"/>
                    <a:pt x="123" y="87"/>
                    <a:pt x="119" y="8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</p:grp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A50ADD1-0D32-5223-A6B6-46532B62BC1E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4834770" y="3082098"/>
            <a:ext cx="2745967" cy="3057"/>
          </a:xfrm>
          <a:prstGeom prst="line">
            <a:avLst/>
          </a:prstGeom>
          <a:ln w="57150">
            <a:solidFill>
              <a:srgbClr val="0199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A948050E-FCEB-7080-A55C-D30E9582B68A}"/>
              </a:ext>
            </a:extLst>
          </p:cNvPr>
          <p:cNvSpPr/>
          <p:nvPr/>
        </p:nvSpPr>
        <p:spPr>
          <a:xfrm>
            <a:off x="4204997" y="3132312"/>
            <a:ext cx="748281" cy="23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1000" b="1" noProof="0" err="1">
                <a:solidFill>
                  <a:srgbClr val="0199E5"/>
                </a:solidFill>
              </a:rPr>
              <a:t>Due</a:t>
            </a:r>
            <a:r>
              <a:rPr lang="pt-BR" sz="1000" b="1" noProof="0">
                <a:solidFill>
                  <a:srgbClr val="0199E5"/>
                </a:solidFill>
              </a:rPr>
              <a:t> </a:t>
            </a:r>
            <a:r>
              <a:rPr lang="pt-BR" sz="1000" b="1" noProof="0" err="1">
                <a:solidFill>
                  <a:srgbClr val="0199E5"/>
                </a:solidFill>
              </a:rPr>
              <a:t>Dilligence</a:t>
            </a:r>
            <a:endParaRPr lang="pt-BR" sz="1000" b="1" noProof="0">
              <a:solidFill>
                <a:srgbClr val="0199E5"/>
              </a:solidFill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5882D778-0C9B-284A-1B68-AB3F32543E4A}"/>
              </a:ext>
            </a:extLst>
          </p:cNvPr>
          <p:cNvSpPr/>
          <p:nvPr/>
        </p:nvSpPr>
        <p:spPr>
          <a:xfrm>
            <a:off x="7305027" y="3006783"/>
            <a:ext cx="144000" cy="144000"/>
          </a:xfrm>
          <a:prstGeom prst="ellipse">
            <a:avLst/>
          </a:prstGeom>
          <a:solidFill>
            <a:srgbClr val="019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endParaRPr lang="pt-BR" sz="1200" noProof="0">
              <a:solidFill>
                <a:schemeClr val="tx1"/>
              </a:solidFill>
            </a:endParaRPr>
          </a:p>
        </p:txBody>
      </p:sp>
      <p:grpSp>
        <p:nvGrpSpPr>
          <p:cNvPr id="45" name="Group 89">
            <a:extLst>
              <a:ext uri="{FF2B5EF4-FFF2-40B4-BE49-F238E27FC236}">
                <a16:creationId xmlns:a16="http://schemas.microsoft.com/office/drawing/2014/main" id="{27057CC9-32BC-DFA3-0C35-8E0F745C64D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476808" y="2592144"/>
            <a:ext cx="338647" cy="338647"/>
            <a:chOff x="6539" y="440"/>
            <a:chExt cx="426" cy="426"/>
          </a:xfrm>
          <a:solidFill>
            <a:srgbClr val="0199E5"/>
          </a:solidFill>
        </p:grpSpPr>
        <p:sp>
          <p:nvSpPr>
            <p:cNvPr id="46" name="Freeform 90">
              <a:extLst>
                <a:ext uri="{FF2B5EF4-FFF2-40B4-BE49-F238E27FC236}">
                  <a16:creationId xmlns:a16="http://schemas.microsoft.com/office/drawing/2014/main" id="{6F46E45C-3D31-46D0-3E5E-943276A20D5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52" y="653"/>
              <a:ext cx="213" cy="213"/>
            </a:xfrm>
            <a:custGeom>
              <a:avLst/>
              <a:gdLst>
                <a:gd name="T0" fmla="*/ 6 w 144"/>
                <a:gd name="T1" fmla="*/ 144 h 144"/>
                <a:gd name="T2" fmla="*/ 2 w 144"/>
                <a:gd name="T3" fmla="*/ 143 h 144"/>
                <a:gd name="T4" fmla="*/ 1 w 144"/>
                <a:gd name="T5" fmla="*/ 137 h 144"/>
                <a:gd name="T6" fmla="*/ 13 w 144"/>
                <a:gd name="T7" fmla="*/ 95 h 144"/>
                <a:gd name="T8" fmla="*/ 14 w 144"/>
                <a:gd name="T9" fmla="*/ 92 h 144"/>
                <a:gd name="T10" fmla="*/ 104 w 144"/>
                <a:gd name="T11" fmla="*/ 2 h 144"/>
                <a:gd name="T12" fmla="*/ 113 w 144"/>
                <a:gd name="T13" fmla="*/ 2 h 144"/>
                <a:gd name="T14" fmla="*/ 143 w 144"/>
                <a:gd name="T15" fmla="*/ 32 h 144"/>
                <a:gd name="T16" fmla="*/ 144 w 144"/>
                <a:gd name="T17" fmla="*/ 36 h 144"/>
                <a:gd name="T18" fmla="*/ 143 w 144"/>
                <a:gd name="T19" fmla="*/ 41 h 144"/>
                <a:gd name="T20" fmla="*/ 53 w 144"/>
                <a:gd name="T21" fmla="*/ 131 h 144"/>
                <a:gd name="T22" fmla="*/ 50 w 144"/>
                <a:gd name="T23" fmla="*/ 132 h 144"/>
                <a:gd name="T24" fmla="*/ 8 w 144"/>
                <a:gd name="T25" fmla="*/ 144 h 144"/>
                <a:gd name="T26" fmla="*/ 6 w 144"/>
                <a:gd name="T27" fmla="*/ 144 h 144"/>
                <a:gd name="T28" fmla="*/ 24 w 144"/>
                <a:gd name="T29" fmla="*/ 100 h 144"/>
                <a:gd name="T30" fmla="*/ 15 w 144"/>
                <a:gd name="T31" fmla="*/ 130 h 144"/>
                <a:gd name="T32" fmla="*/ 45 w 144"/>
                <a:gd name="T33" fmla="*/ 121 h 144"/>
                <a:gd name="T34" fmla="*/ 130 w 144"/>
                <a:gd name="T35" fmla="*/ 36 h 144"/>
                <a:gd name="T36" fmla="*/ 108 w 144"/>
                <a:gd name="T37" fmla="*/ 15 h 144"/>
                <a:gd name="T38" fmla="*/ 24 w 144"/>
                <a:gd name="T39" fmla="*/ 100 h 144"/>
                <a:gd name="T40" fmla="*/ 48 w 144"/>
                <a:gd name="T41" fmla="*/ 126 h 144"/>
                <a:gd name="T42" fmla="*/ 48 w 144"/>
                <a:gd name="T43" fmla="*/ 126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4" h="144">
                  <a:moveTo>
                    <a:pt x="6" y="144"/>
                  </a:moveTo>
                  <a:cubicBezTo>
                    <a:pt x="5" y="144"/>
                    <a:pt x="3" y="144"/>
                    <a:pt x="2" y="143"/>
                  </a:cubicBezTo>
                  <a:cubicBezTo>
                    <a:pt x="1" y="141"/>
                    <a:pt x="0" y="139"/>
                    <a:pt x="1" y="137"/>
                  </a:cubicBezTo>
                  <a:cubicBezTo>
                    <a:pt x="13" y="95"/>
                    <a:pt x="13" y="95"/>
                    <a:pt x="13" y="95"/>
                  </a:cubicBezTo>
                  <a:cubicBezTo>
                    <a:pt x="13" y="94"/>
                    <a:pt x="13" y="93"/>
                    <a:pt x="14" y="92"/>
                  </a:cubicBezTo>
                  <a:cubicBezTo>
                    <a:pt x="104" y="2"/>
                    <a:pt x="104" y="2"/>
                    <a:pt x="104" y="2"/>
                  </a:cubicBezTo>
                  <a:cubicBezTo>
                    <a:pt x="107" y="0"/>
                    <a:pt x="110" y="0"/>
                    <a:pt x="113" y="2"/>
                  </a:cubicBezTo>
                  <a:cubicBezTo>
                    <a:pt x="143" y="32"/>
                    <a:pt x="143" y="32"/>
                    <a:pt x="143" y="32"/>
                  </a:cubicBezTo>
                  <a:cubicBezTo>
                    <a:pt x="144" y="33"/>
                    <a:pt x="144" y="35"/>
                    <a:pt x="144" y="36"/>
                  </a:cubicBezTo>
                  <a:cubicBezTo>
                    <a:pt x="144" y="38"/>
                    <a:pt x="144" y="40"/>
                    <a:pt x="143" y="41"/>
                  </a:cubicBezTo>
                  <a:cubicBezTo>
                    <a:pt x="53" y="131"/>
                    <a:pt x="53" y="131"/>
                    <a:pt x="53" y="131"/>
                  </a:cubicBezTo>
                  <a:cubicBezTo>
                    <a:pt x="52" y="131"/>
                    <a:pt x="51" y="132"/>
                    <a:pt x="50" y="132"/>
                  </a:cubicBezTo>
                  <a:cubicBezTo>
                    <a:pt x="8" y="144"/>
                    <a:pt x="8" y="144"/>
                    <a:pt x="8" y="144"/>
                  </a:cubicBezTo>
                  <a:cubicBezTo>
                    <a:pt x="8" y="144"/>
                    <a:pt x="7" y="144"/>
                    <a:pt x="6" y="144"/>
                  </a:cubicBezTo>
                  <a:close/>
                  <a:moveTo>
                    <a:pt x="24" y="100"/>
                  </a:moveTo>
                  <a:cubicBezTo>
                    <a:pt x="15" y="130"/>
                    <a:pt x="15" y="130"/>
                    <a:pt x="15" y="130"/>
                  </a:cubicBezTo>
                  <a:cubicBezTo>
                    <a:pt x="45" y="121"/>
                    <a:pt x="45" y="121"/>
                    <a:pt x="45" y="121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08" y="15"/>
                    <a:pt x="108" y="15"/>
                    <a:pt x="108" y="15"/>
                  </a:cubicBezTo>
                  <a:lnTo>
                    <a:pt x="24" y="100"/>
                  </a:lnTo>
                  <a:close/>
                  <a:moveTo>
                    <a:pt x="48" y="126"/>
                  </a:moveTo>
                  <a:cubicBezTo>
                    <a:pt x="48" y="126"/>
                    <a:pt x="48" y="126"/>
                    <a:pt x="48" y="1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  <p:sp>
          <p:nvSpPr>
            <p:cNvPr id="47" name="Freeform 91">
              <a:extLst>
                <a:ext uri="{FF2B5EF4-FFF2-40B4-BE49-F238E27FC236}">
                  <a16:creationId xmlns:a16="http://schemas.microsoft.com/office/drawing/2014/main" id="{B4B42CFB-C856-437B-59F9-F3049A900E3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1" y="692"/>
              <a:ext cx="57" cy="57"/>
            </a:xfrm>
            <a:custGeom>
              <a:avLst/>
              <a:gdLst>
                <a:gd name="T0" fmla="*/ 44 w 57"/>
                <a:gd name="T1" fmla="*/ 57 h 57"/>
                <a:gd name="T2" fmla="*/ 0 w 57"/>
                <a:gd name="T3" fmla="*/ 13 h 57"/>
                <a:gd name="T4" fmla="*/ 13 w 57"/>
                <a:gd name="T5" fmla="*/ 0 h 57"/>
                <a:gd name="T6" fmla="*/ 57 w 57"/>
                <a:gd name="T7" fmla="*/ 44 h 57"/>
                <a:gd name="T8" fmla="*/ 44 w 57"/>
                <a:gd name="T9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57">
                  <a:moveTo>
                    <a:pt x="44" y="57"/>
                  </a:moveTo>
                  <a:lnTo>
                    <a:pt x="0" y="13"/>
                  </a:lnTo>
                  <a:lnTo>
                    <a:pt x="13" y="0"/>
                  </a:lnTo>
                  <a:lnTo>
                    <a:pt x="57" y="44"/>
                  </a:lnTo>
                  <a:lnTo>
                    <a:pt x="44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  <p:sp>
          <p:nvSpPr>
            <p:cNvPr id="48" name="Freeform 92">
              <a:extLst>
                <a:ext uri="{FF2B5EF4-FFF2-40B4-BE49-F238E27FC236}">
                  <a16:creationId xmlns:a16="http://schemas.microsoft.com/office/drawing/2014/main" id="{FB4DAEEC-01DE-AA9C-3EF3-DC42CFE72CD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0" y="786"/>
              <a:ext cx="64" cy="62"/>
            </a:xfrm>
            <a:custGeom>
              <a:avLst/>
              <a:gdLst>
                <a:gd name="T0" fmla="*/ 36 w 43"/>
                <a:gd name="T1" fmla="*/ 42 h 42"/>
                <a:gd name="T2" fmla="*/ 32 w 43"/>
                <a:gd name="T3" fmla="*/ 41 h 42"/>
                <a:gd name="T4" fmla="*/ 2 w 43"/>
                <a:gd name="T5" fmla="*/ 11 h 42"/>
                <a:gd name="T6" fmla="*/ 2 w 43"/>
                <a:gd name="T7" fmla="*/ 2 h 42"/>
                <a:gd name="T8" fmla="*/ 11 w 43"/>
                <a:gd name="T9" fmla="*/ 2 h 42"/>
                <a:gd name="T10" fmla="*/ 41 w 43"/>
                <a:gd name="T11" fmla="*/ 32 h 42"/>
                <a:gd name="T12" fmla="*/ 41 w 43"/>
                <a:gd name="T13" fmla="*/ 41 h 42"/>
                <a:gd name="T14" fmla="*/ 36 w 43"/>
                <a:gd name="T15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2">
                  <a:moveTo>
                    <a:pt x="36" y="42"/>
                  </a:moveTo>
                  <a:cubicBezTo>
                    <a:pt x="35" y="42"/>
                    <a:pt x="33" y="42"/>
                    <a:pt x="32" y="4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0" y="8"/>
                    <a:pt x="0" y="5"/>
                    <a:pt x="2" y="2"/>
                  </a:cubicBezTo>
                  <a:cubicBezTo>
                    <a:pt x="5" y="0"/>
                    <a:pt x="8" y="0"/>
                    <a:pt x="11" y="2"/>
                  </a:cubicBezTo>
                  <a:cubicBezTo>
                    <a:pt x="41" y="32"/>
                    <a:pt x="41" y="32"/>
                    <a:pt x="41" y="32"/>
                  </a:cubicBezTo>
                  <a:cubicBezTo>
                    <a:pt x="43" y="35"/>
                    <a:pt x="43" y="38"/>
                    <a:pt x="41" y="41"/>
                  </a:cubicBezTo>
                  <a:cubicBezTo>
                    <a:pt x="39" y="42"/>
                    <a:pt x="38" y="42"/>
                    <a:pt x="36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  <p:sp>
          <p:nvSpPr>
            <p:cNvPr id="49" name="Freeform 93">
              <a:extLst>
                <a:ext uri="{FF2B5EF4-FFF2-40B4-BE49-F238E27FC236}">
                  <a16:creationId xmlns:a16="http://schemas.microsoft.com/office/drawing/2014/main" id="{C6BD3705-1D3D-3C84-7E9E-1DE246589954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0" y="618"/>
              <a:ext cx="89" cy="17"/>
            </a:xfrm>
            <a:custGeom>
              <a:avLst/>
              <a:gdLst>
                <a:gd name="T0" fmla="*/ 54 w 60"/>
                <a:gd name="T1" fmla="*/ 12 h 12"/>
                <a:gd name="T2" fmla="*/ 6 w 60"/>
                <a:gd name="T3" fmla="*/ 12 h 12"/>
                <a:gd name="T4" fmla="*/ 0 w 60"/>
                <a:gd name="T5" fmla="*/ 6 h 12"/>
                <a:gd name="T6" fmla="*/ 6 w 60"/>
                <a:gd name="T7" fmla="*/ 0 h 12"/>
                <a:gd name="T8" fmla="*/ 54 w 60"/>
                <a:gd name="T9" fmla="*/ 0 h 12"/>
                <a:gd name="T10" fmla="*/ 60 w 60"/>
                <a:gd name="T11" fmla="*/ 6 h 12"/>
                <a:gd name="T12" fmla="*/ 54 w 6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2">
                  <a:moveTo>
                    <a:pt x="5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8" y="0"/>
                    <a:pt x="60" y="3"/>
                    <a:pt x="60" y="6"/>
                  </a:cubicBezTo>
                  <a:cubicBezTo>
                    <a:pt x="60" y="10"/>
                    <a:pt x="58" y="12"/>
                    <a:pt x="5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  <p:sp>
          <p:nvSpPr>
            <p:cNvPr id="50" name="Freeform 94">
              <a:extLst>
                <a:ext uri="{FF2B5EF4-FFF2-40B4-BE49-F238E27FC236}">
                  <a16:creationId xmlns:a16="http://schemas.microsoft.com/office/drawing/2014/main" id="{945CDC78-A412-8CB8-2286-407B28737C02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0" y="689"/>
              <a:ext cx="89" cy="17"/>
            </a:xfrm>
            <a:custGeom>
              <a:avLst/>
              <a:gdLst>
                <a:gd name="T0" fmla="*/ 54 w 60"/>
                <a:gd name="T1" fmla="*/ 12 h 12"/>
                <a:gd name="T2" fmla="*/ 6 w 60"/>
                <a:gd name="T3" fmla="*/ 12 h 12"/>
                <a:gd name="T4" fmla="*/ 0 w 60"/>
                <a:gd name="T5" fmla="*/ 6 h 12"/>
                <a:gd name="T6" fmla="*/ 6 w 60"/>
                <a:gd name="T7" fmla="*/ 0 h 12"/>
                <a:gd name="T8" fmla="*/ 54 w 60"/>
                <a:gd name="T9" fmla="*/ 0 h 12"/>
                <a:gd name="T10" fmla="*/ 60 w 60"/>
                <a:gd name="T11" fmla="*/ 6 h 12"/>
                <a:gd name="T12" fmla="*/ 54 w 6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2">
                  <a:moveTo>
                    <a:pt x="5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8" y="0"/>
                    <a:pt x="60" y="3"/>
                    <a:pt x="60" y="6"/>
                  </a:cubicBezTo>
                  <a:cubicBezTo>
                    <a:pt x="60" y="10"/>
                    <a:pt x="58" y="12"/>
                    <a:pt x="5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  <p:sp>
          <p:nvSpPr>
            <p:cNvPr id="51" name="Freeform 95">
              <a:extLst>
                <a:ext uri="{FF2B5EF4-FFF2-40B4-BE49-F238E27FC236}">
                  <a16:creationId xmlns:a16="http://schemas.microsoft.com/office/drawing/2014/main" id="{9641B5F5-72FC-898E-F574-93A99A161F7A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3" y="582"/>
              <a:ext cx="90" cy="62"/>
            </a:xfrm>
            <a:custGeom>
              <a:avLst/>
              <a:gdLst>
                <a:gd name="T0" fmla="*/ 24 w 61"/>
                <a:gd name="T1" fmla="*/ 42 h 42"/>
                <a:gd name="T2" fmla="*/ 20 w 61"/>
                <a:gd name="T3" fmla="*/ 41 h 42"/>
                <a:gd name="T4" fmla="*/ 2 w 61"/>
                <a:gd name="T5" fmla="*/ 23 h 42"/>
                <a:gd name="T6" fmla="*/ 2 w 61"/>
                <a:gd name="T7" fmla="*/ 14 h 42"/>
                <a:gd name="T8" fmla="*/ 11 w 61"/>
                <a:gd name="T9" fmla="*/ 14 h 42"/>
                <a:gd name="T10" fmla="*/ 24 w 61"/>
                <a:gd name="T11" fmla="*/ 28 h 42"/>
                <a:gd name="T12" fmla="*/ 50 w 61"/>
                <a:gd name="T13" fmla="*/ 2 h 42"/>
                <a:gd name="T14" fmla="*/ 59 w 61"/>
                <a:gd name="T15" fmla="*/ 2 h 42"/>
                <a:gd name="T16" fmla="*/ 59 w 61"/>
                <a:gd name="T17" fmla="*/ 11 h 42"/>
                <a:gd name="T18" fmla="*/ 29 w 61"/>
                <a:gd name="T19" fmla="*/ 41 h 42"/>
                <a:gd name="T20" fmla="*/ 24 w 61"/>
                <a:gd name="T21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1" h="42">
                  <a:moveTo>
                    <a:pt x="24" y="42"/>
                  </a:moveTo>
                  <a:cubicBezTo>
                    <a:pt x="23" y="42"/>
                    <a:pt x="21" y="42"/>
                    <a:pt x="20" y="41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0" y="20"/>
                    <a:pt x="0" y="17"/>
                    <a:pt x="2" y="14"/>
                  </a:cubicBezTo>
                  <a:cubicBezTo>
                    <a:pt x="5" y="12"/>
                    <a:pt x="8" y="12"/>
                    <a:pt x="11" y="14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53" y="0"/>
                    <a:pt x="56" y="0"/>
                    <a:pt x="59" y="2"/>
                  </a:cubicBezTo>
                  <a:cubicBezTo>
                    <a:pt x="61" y="5"/>
                    <a:pt x="61" y="8"/>
                    <a:pt x="59" y="1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8" y="42"/>
                    <a:pt x="26" y="42"/>
                    <a:pt x="2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  <p:sp>
          <p:nvSpPr>
            <p:cNvPr id="52" name="Freeform 96">
              <a:extLst>
                <a:ext uri="{FF2B5EF4-FFF2-40B4-BE49-F238E27FC236}">
                  <a16:creationId xmlns:a16="http://schemas.microsoft.com/office/drawing/2014/main" id="{A97811E3-71DD-123F-6F2B-A8BB4607E1D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3" y="653"/>
              <a:ext cx="90" cy="64"/>
            </a:xfrm>
            <a:custGeom>
              <a:avLst/>
              <a:gdLst>
                <a:gd name="T0" fmla="*/ 24 w 61"/>
                <a:gd name="T1" fmla="*/ 43 h 43"/>
                <a:gd name="T2" fmla="*/ 20 w 61"/>
                <a:gd name="T3" fmla="*/ 41 h 43"/>
                <a:gd name="T4" fmla="*/ 2 w 61"/>
                <a:gd name="T5" fmla="*/ 23 h 43"/>
                <a:gd name="T6" fmla="*/ 2 w 61"/>
                <a:gd name="T7" fmla="*/ 14 h 43"/>
                <a:gd name="T8" fmla="*/ 11 w 61"/>
                <a:gd name="T9" fmla="*/ 14 h 43"/>
                <a:gd name="T10" fmla="*/ 24 w 61"/>
                <a:gd name="T11" fmla="*/ 28 h 43"/>
                <a:gd name="T12" fmla="*/ 50 w 61"/>
                <a:gd name="T13" fmla="*/ 2 h 43"/>
                <a:gd name="T14" fmla="*/ 59 w 61"/>
                <a:gd name="T15" fmla="*/ 2 h 43"/>
                <a:gd name="T16" fmla="*/ 59 w 61"/>
                <a:gd name="T17" fmla="*/ 11 h 43"/>
                <a:gd name="T18" fmla="*/ 29 w 61"/>
                <a:gd name="T19" fmla="*/ 41 h 43"/>
                <a:gd name="T20" fmla="*/ 24 w 61"/>
                <a:gd name="T21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1" h="43">
                  <a:moveTo>
                    <a:pt x="24" y="43"/>
                  </a:moveTo>
                  <a:cubicBezTo>
                    <a:pt x="23" y="43"/>
                    <a:pt x="21" y="42"/>
                    <a:pt x="20" y="41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0" y="21"/>
                    <a:pt x="0" y="17"/>
                    <a:pt x="2" y="14"/>
                  </a:cubicBezTo>
                  <a:cubicBezTo>
                    <a:pt x="5" y="12"/>
                    <a:pt x="8" y="12"/>
                    <a:pt x="11" y="14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53" y="0"/>
                    <a:pt x="56" y="0"/>
                    <a:pt x="59" y="2"/>
                  </a:cubicBezTo>
                  <a:cubicBezTo>
                    <a:pt x="61" y="5"/>
                    <a:pt x="61" y="9"/>
                    <a:pt x="59" y="1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8" y="42"/>
                    <a:pt x="26" y="43"/>
                    <a:pt x="24" y="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  <p:sp>
          <p:nvSpPr>
            <p:cNvPr id="53" name="Freeform 97">
              <a:extLst>
                <a:ext uri="{FF2B5EF4-FFF2-40B4-BE49-F238E27FC236}">
                  <a16:creationId xmlns:a16="http://schemas.microsoft.com/office/drawing/2014/main" id="{0B9881CC-E19B-B71B-B1C8-BA5C56D71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" y="440"/>
              <a:ext cx="302" cy="391"/>
            </a:xfrm>
            <a:custGeom>
              <a:avLst/>
              <a:gdLst>
                <a:gd name="T0" fmla="*/ 108 w 204"/>
                <a:gd name="T1" fmla="*/ 264 h 264"/>
                <a:gd name="T2" fmla="*/ 6 w 204"/>
                <a:gd name="T3" fmla="*/ 264 h 264"/>
                <a:gd name="T4" fmla="*/ 0 w 204"/>
                <a:gd name="T5" fmla="*/ 258 h 264"/>
                <a:gd name="T6" fmla="*/ 0 w 204"/>
                <a:gd name="T7" fmla="*/ 6 h 264"/>
                <a:gd name="T8" fmla="*/ 6 w 204"/>
                <a:gd name="T9" fmla="*/ 0 h 264"/>
                <a:gd name="T10" fmla="*/ 138 w 204"/>
                <a:gd name="T11" fmla="*/ 0 h 264"/>
                <a:gd name="T12" fmla="*/ 143 w 204"/>
                <a:gd name="T13" fmla="*/ 2 h 264"/>
                <a:gd name="T14" fmla="*/ 203 w 204"/>
                <a:gd name="T15" fmla="*/ 62 h 264"/>
                <a:gd name="T16" fmla="*/ 204 w 204"/>
                <a:gd name="T17" fmla="*/ 66 h 264"/>
                <a:gd name="T18" fmla="*/ 204 w 204"/>
                <a:gd name="T19" fmla="*/ 156 h 264"/>
                <a:gd name="T20" fmla="*/ 192 w 204"/>
                <a:gd name="T21" fmla="*/ 156 h 264"/>
                <a:gd name="T22" fmla="*/ 192 w 204"/>
                <a:gd name="T23" fmla="*/ 69 h 264"/>
                <a:gd name="T24" fmla="*/ 136 w 204"/>
                <a:gd name="T25" fmla="*/ 12 h 264"/>
                <a:gd name="T26" fmla="*/ 12 w 204"/>
                <a:gd name="T27" fmla="*/ 12 h 264"/>
                <a:gd name="T28" fmla="*/ 12 w 204"/>
                <a:gd name="T29" fmla="*/ 252 h 264"/>
                <a:gd name="T30" fmla="*/ 108 w 204"/>
                <a:gd name="T31" fmla="*/ 252 h 264"/>
                <a:gd name="T32" fmla="*/ 108 w 204"/>
                <a:gd name="T33" fmla="*/ 264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04" h="264">
                  <a:moveTo>
                    <a:pt x="108" y="264"/>
                  </a:moveTo>
                  <a:cubicBezTo>
                    <a:pt x="6" y="264"/>
                    <a:pt x="6" y="264"/>
                    <a:pt x="6" y="264"/>
                  </a:cubicBezTo>
                  <a:cubicBezTo>
                    <a:pt x="3" y="264"/>
                    <a:pt x="0" y="262"/>
                    <a:pt x="0" y="25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40" y="0"/>
                    <a:pt x="142" y="1"/>
                    <a:pt x="143" y="2"/>
                  </a:cubicBezTo>
                  <a:cubicBezTo>
                    <a:pt x="203" y="62"/>
                    <a:pt x="203" y="62"/>
                    <a:pt x="203" y="62"/>
                  </a:cubicBezTo>
                  <a:cubicBezTo>
                    <a:pt x="204" y="63"/>
                    <a:pt x="204" y="65"/>
                    <a:pt x="204" y="66"/>
                  </a:cubicBezTo>
                  <a:cubicBezTo>
                    <a:pt x="204" y="156"/>
                    <a:pt x="204" y="156"/>
                    <a:pt x="204" y="156"/>
                  </a:cubicBezTo>
                  <a:cubicBezTo>
                    <a:pt x="192" y="156"/>
                    <a:pt x="192" y="156"/>
                    <a:pt x="192" y="156"/>
                  </a:cubicBezTo>
                  <a:cubicBezTo>
                    <a:pt x="192" y="69"/>
                    <a:pt x="192" y="69"/>
                    <a:pt x="192" y="69"/>
                  </a:cubicBezTo>
                  <a:cubicBezTo>
                    <a:pt x="136" y="12"/>
                    <a:pt x="136" y="12"/>
                    <a:pt x="136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252"/>
                    <a:pt x="12" y="252"/>
                    <a:pt x="12" y="252"/>
                  </a:cubicBezTo>
                  <a:cubicBezTo>
                    <a:pt x="108" y="252"/>
                    <a:pt x="108" y="252"/>
                    <a:pt x="108" y="252"/>
                  </a:cubicBezTo>
                  <a:lnTo>
                    <a:pt x="108" y="2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  <p:sp>
          <p:nvSpPr>
            <p:cNvPr id="54" name="Freeform 98">
              <a:extLst>
                <a:ext uri="{FF2B5EF4-FFF2-40B4-BE49-F238E27FC236}">
                  <a16:creationId xmlns:a16="http://schemas.microsoft.com/office/drawing/2014/main" id="{5A548763-0152-774E-1013-2397A9A714C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4" y="440"/>
              <a:ext cx="107" cy="107"/>
            </a:xfrm>
            <a:custGeom>
              <a:avLst/>
              <a:gdLst>
                <a:gd name="T0" fmla="*/ 66 w 72"/>
                <a:gd name="T1" fmla="*/ 72 h 72"/>
                <a:gd name="T2" fmla="*/ 6 w 72"/>
                <a:gd name="T3" fmla="*/ 72 h 72"/>
                <a:gd name="T4" fmla="*/ 0 w 72"/>
                <a:gd name="T5" fmla="*/ 66 h 72"/>
                <a:gd name="T6" fmla="*/ 0 w 72"/>
                <a:gd name="T7" fmla="*/ 6 h 72"/>
                <a:gd name="T8" fmla="*/ 6 w 72"/>
                <a:gd name="T9" fmla="*/ 0 h 72"/>
                <a:gd name="T10" fmla="*/ 12 w 72"/>
                <a:gd name="T11" fmla="*/ 6 h 72"/>
                <a:gd name="T12" fmla="*/ 12 w 72"/>
                <a:gd name="T13" fmla="*/ 60 h 72"/>
                <a:gd name="T14" fmla="*/ 66 w 72"/>
                <a:gd name="T15" fmla="*/ 60 h 72"/>
                <a:gd name="T16" fmla="*/ 72 w 72"/>
                <a:gd name="T17" fmla="*/ 66 h 72"/>
                <a:gd name="T18" fmla="*/ 66 w 72"/>
                <a:gd name="T19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66" y="72"/>
                  </a:moveTo>
                  <a:cubicBezTo>
                    <a:pt x="6" y="72"/>
                    <a:pt x="6" y="72"/>
                    <a:pt x="6" y="72"/>
                  </a:cubicBezTo>
                  <a:cubicBezTo>
                    <a:pt x="3" y="72"/>
                    <a:pt x="0" y="70"/>
                    <a:pt x="0" y="6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66" y="60"/>
                    <a:pt x="66" y="60"/>
                    <a:pt x="66" y="60"/>
                  </a:cubicBezTo>
                  <a:cubicBezTo>
                    <a:pt x="70" y="60"/>
                    <a:pt x="72" y="63"/>
                    <a:pt x="72" y="66"/>
                  </a:cubicBezTo>
                  <a:cubicBezTo>
                    <a:pt x="72" y="70"/>
                    <a:pt x="70" y="72"/>
                    <a:pt x="66" y="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AA6CDD36-C8FD-573E-76C7-94AA10946261}"/>
              </a:ext>
            </a:extLst>
          </p:cNvPr>
          <p:cNvSpPr/>
          <p:nvPr/>
        </p:nvSpPr>
        <p:spPr>
          <a:xfrm>
            <a:off x="5060505" y="3152745"/>
            <a:ext cx="765102" cy="21035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1000" b="1" noProof="0">
                <a:solidFill>
                  <a:srgbClr val="0199E5"/>
                </a:solidFill>
              </a:rPr>
              <a:t>Acordos Definitivos e TSA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F87E042D-CD9B-4186-8D4F-EEA0808BF4DF}"/>
              </a:ext>
            </a:extLst>
          </p:cNvPr>
          <p:cNvSpPr/>
          <p:nvPr/>
        </p:nvSpPr>
        <p:spPr>
          <a:xfrm>
            <a:off x="6374143" y="3005298"/>
            <a:ext cx="144000" cy="144000"/>
          </a:xfrm>
          <a:prstGeom prst="ellipse">
            <a:avLst/>
          </a:prstGeom>
          <a:solidFill>
            <a:srgbClr val="019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endParaRPr lang="pt-BR" sz="1200" noProof="0">
              <a:solidFill>
                <a:schemeClr val="tx1"/>
              </a:solidFill>
            </a:endParaRPr>
          </a:p>
        </p:txBody>
      </p:sp>
      <p:grpSp>
        <p:nvGrpSpPr>
          <p:cNvPr id="57" name="Group 54">
            <a:extLst>
              <a:ext uri="{FF2B5EF4-FFF2-40B4-BE49-F238E27FC236}">
                <a16:creationId xmlns:a16="http://schemas.microsoft.com/office/drawing/2014/main" id="{A43448D9-8FCE-E1EB-DCF2-03EFB29A708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241972" y="2516488"/>
            <a:ext cx="403898" cy="360852"/>
            <a:chOff x="6718" y="681"/>
            <a:chExt cx="441" cy="394"/>
          </a:xfrm>
          <a:solidFill>
            <a:srgbClr val="0199E5"/>
          </a:solidFill>
        </p:grpSpPr>
        <p:sp>
          <p:nvSpPr>
            <p:cNvPr id="58" name="Freeform 55">
              <a:extLst>
                <a:ext uri="{FF2B5EF4-FFF2-40B4-BE49-F238E27FC236}">
                  <a16:creationId xmlns:a16="http://schemas.microsoft.com/office/drawing/2014/main" id="{C15C013D-0C69-3BE3-A3AD-69FF12EAC10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83" y="681"/>
              <a:ext cx="110" cy="107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12 h 72"/>
                <a:gd name="T12" fmla="*/ 12 w 72"/>
                <a:gd name="T13" fmla="*/ 36 h 72"/>
                <a:gd name="T14" fmla="*/ 36 w 72"/>
                <a:gd name="T15" fmla="*/ 60 h 72"/>
                <a:gd name="T16" fmla="*/ 60 w 72"/>
                <a:gd name="T17" fmla="*/ 36 h 72"/>
                <a:gd name="T18" fmla="*/ 36 w 72"/>
                <a:gd name="T19" fmla="*/ 1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7" y="72"/>
                    <a:pt x="0" y="55"/>
                    <a:pt x="0" y="36"/>
                  </a:cubicBezTo>
                  <a:cubicBezTo>
                    <a:pt x="0" y="16"/>
                    <a:pt x="17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5"/>
                    <a:pt x="56" y="72"/>
                    <a:pt x="36" y="72"/>
                  </a:cubicBezTo>
                  <a:close/>
                  <a:moveTo>
                    <a:pt x="36" y="12"/>
                  </a:moveTo>
                  <a:cubicBezTo>
                    <a:pt x="23" y="12"/>
                    <a:pt x="12" y="22"/>
                    <a:pt x="12" y="36"/>
                  </a:cubicBezTo>
                  <a:cubicBezTo>
                    <a:pt x="12" y="49"/>
                    <a:pt x="23" y="60"/>
                    <a:pt x="36" y="60"/>
                  </a:cubicBezTo>
                  <a:cubicBezTo>
                    <a:pt x="50" y="60"/>
                    <a:pt x="60" y="49"/>
                    <a:pt x="60" y="36"/>
                  </a:cubicBezTo>
                  <a:cubicBezTo>
                    <a:pt x="60" y="22"/>
                    <a:pt x="50" y="12"/>
                    <a:pt x="3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  <p:sp>
          <p:nvSpPr>
            <p:cNvPr id="59" name="Freeform 56">
              <a:extLst>
                <a:ext uri="{FF2B5EF4-FFF2-40B4-BE49-F238E27FC236}">
                  <a16:creationId xmlns:a16="http://schemas.microsoft.com/office/drawing/2014/main" id="{C80E6F5B-C7F9-9ED7-E928-93EACBCFB8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30" y="717"/>
              <a:ext cx="74" cy="71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0"/>
                    <a:pt x="11" y="0"/>
                    <a:pt x="24" y="0"/>
                  </a:cubicBezTo>
                  <a:cubicBezTo>
                    <a:pt x="38" y="0"/>
                    <a:pt x="48" y="10"/>
                    <a:pt x="48" y="24"/>
                  </a:cubicBezTo>
                  <a:cubicBezTo>
                    <a:pt x="48" y="37"/>
                    <a:pt x="38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8" y="12"/>
                    <a:pt x="12" y="17"/>
                    <a:pt x="12" y="24"/>
                  </a:cubicBezTo>
                  <a:cubicBezTo>
                    <a:pt x="12" y="30"/>
                    <a:pt x="18" y="36"/>
                    <a:pt x="24" y="36"/>
                  </a:cubicBezTo>
                  <a:cubicBezTo>
                    <a:pt x="31" y="36"/>
                    <a:pt x="36" y="30"/>
                    <a:pt x="36" y="24"/>
                  </a:cubicBezTo>
                  <a:cubicBezTo>
                    <a:pt x="36" y="17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  <p:sp>
          <p:nvSpPr>
            <p:cNvPr id="60" name="Freeform 57">
              <a:extLst>
                <a:ext uri="{FF2B5EF4-FFF2-40B4-BE49-F238E27FC236}">
                  <a16:creationId xmlns:a16="http://schemas.microsoft.com/office/drawing/2014/main" id="{CAC7964D-C5F1-DC37-F860-744A2B3346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73" y="717"/>
              <a:ext cx="73" cy="71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0"/>
                    <a:pt x="11" y="0"/>
                    <a:pt x="24" y="0"/>
                  </a:cubicBezTo>
                  <a:cubicBezTo>
                    <a:pt x="38" y="0"/>
                    <a:pt x="48" y="10"/>
                    <a:pt x="48" y="24"/>
                  </a:cubicBezTo>
                  <a:cubicBezTo>
                    <a:pt x="48" y="37"/>
                    <a:pt x="38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8" y="12"/>
                    <a:pt x="12" y="17"/>
                    <a:pt x="12" y="24"/>
                  </a:cubicBezTo>
                  <a:cubicBezTo>
                    <a:pt x="12" y="30"/>
                    <a:pt x="18" y="36"/>
                    <a:pt x="24" y="36"/>
                  </a:cubicBezTo>
                  <a:cubicBezTo>
                    <a:pt x="31" y="36"/>
                    <a:pt x="36" y="30"/>
                    <a:pt x="36" y="24"/>
                  </a:cubicBezTo>
                  <a:cubicBezTo>
                    <a:pt x="36" y="17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  <p:sp>
          <p:nvSpPr>
            <p:cNvPr id="61" name="Freeform 58">
              <a:extLst>
                <a:ext uri="{FF2B5EF4-FFF2-40B4-BE49-F238E27FC236}">
                  <a16:creationId xmlns:a16="http://schemas.microsoft.com/office/drawing/2014/main" id="{6EA70A38-CA19-E545-3F0B-CF9CDD568DE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18" y="989"/>
              <a:ext cx="441" cy="86"/>
            </a:xfrm>
            <a:custGeom>
              <a:avLst/>
              <a:gdLst>
                <a:gd name="T0" fmla="*/ 144 w 288"/>
                <a:gd name="T1" fmla="*/ 58 h 58"/>
                <a:gd name="T2" fmla="*/ 0 w 288"/>
                <a:gd name="T3" fmla="*/ 28 h 58"/>
                <a:gd name="T4" fmla="*/ 83 w 288"/>
                <a:gd name="T5" fmla="*/ 0 h 58"/>
                <a:gd name="T6" fmla="*/ 90 w 288"/>
                <a:gd name="T7" fmla="*/ 6 h 58"/>
                <a:gd name="T8" fmla="*/ 84 w 288"/>
                <a:gd name="T9" fmla="*/ 12 h 58"/>
                <a:gd name="T10" fmla="*/ 13 w 288"/>
                <a:gd name="T11" fmla="*/ 28 h 58"/>
                <a:gd name="T12" fmla="*/ 144 w 288"/>
                <a:gd name="T13" fmla="*/ 46 h 58"/>
                <a:gd name="T14" fmla="*/ 276 w 288"/>
                <a:gd name="T15" fmla="*/ 28 h 58"/>
                <a:gd name="T16" fmla="*/ 204 w 288"/>
                <a:gd name="T17" fmla="*/ 12 h 58"/>
                <a:gd name="T18" fmla="*/ 198 w 288"/>
                <a:gd name="T19" fmla="*/ 6 h 58"/>
                <a:gd name="T20" fmla="*/ 205 w 288"/>
                <a:gd name="T21" fmla="*/ 0 h 58"/>
                <a:gd name="T22" fmla="*/ 288 w 288"/>
                <a:gd name="T23" fmla="*/ 28 h 58"/>
                <a:gd name="T24" fmla="*/ 144 w 288"/>
                <a:gd name="T25" fmla="*/ 58 h 58"/>
                <a:gd name="T26" fmla="*/ 277 w 288"/>
                <a:gd name="T27" fmla="*/ 28 h 58"/>
                <a:gd name="T28" fmla="*/ 277 w 288"/>
                <a:gd name="T29" fmla="*/ 28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8" h="58">
                  <a:moveTo>
                    <a:pt x="144" y="58"/>
                  </a:moveTo>
                  <a:cubicBezTo>
                    <a:pt x="130" y="58"/>
                    <a:pt x="0" y="57"/>
                    <a:pt x="0" y="28"/>
                  </a:cubicBezTo>
                  <a:cubicBezTo>
                    <a:pt x="0" y="14"/>
                    <a:pt x="28" y="5"/>
                    <a:pt x="83" y="0"/>
                  </a:cubicBezTo>
                  <a:cubicBezTo>
                    <a:pt x="87" y="0"/>
                    <a:pt x="90" y="2"/>
                    <a:pt x="90" y="6"/>
                  </a:cubicBezTo>
                  <a:cubicBezTo>
                    <a:pt x="90" y="9"/>
                    <a:pt x="88" y="12"/>
                    <a:pt x="84" y="12"/>
                  </a:cubicBezTo>
                  <a:cubicBezTo>
                    <a:pt x="33" y="16"/>
                    <a:pt x="16" y="24"/>
                    <a:pt x="13" y="28"/>
                  </a:cubicBezTo>
                  <a:cubicBezTo>
                    <a:pt x="19" y="34"/>
                    <a:pt x="65" y="46"/>
                    <a:pt x="144" y="46"/>
                  </a:cubicBezTo>
                  <a:cubicBezTo>
                    <a:pt x="223" y="46"/>
                    <a:pt x="270" y="34"/>
                    <a:pt x="276" y="28"/>
                  </a:cubicBezTo>
                  <a:cubicBezTo>
                    <a:pt x="273" y="24"/>
                    <a:pt x="255" y="16"/>
                    <a:pt x="204" y="12"/>
                  </a:cubicBezTo>
                  <a:cubicBezTo>
                    <a:pt x="201" y="12"/>
                    <a:pt x="198" y="9"/>
                    <a:pt x="198" y="6"/>
                  </a:cubicBezTo>
                  <a:cubicBezTo>
                    <a:pt x="199" y="2"/>
                    <a:pt x="202" y="0"/>
                    <a:pt x="205" y="0"/>
                  </a:cubicBezTo>
                  <a:cubicBezTo>
                    <a:pt x="260" y="5"/>
                    <a:pt x="288" y="14"/>
                    <a:pt x="288" y="28"/>
                  </a:cubicBezTo>
                  <a:cubicBezTo>
                    <a:pt x="288" y="57"/>
                    <a:pt x="159" y="58"/>
                    <a:pt x="144" y="58"/>
                  </a:cubicBezTo>
                  <a:close/>
                  <a:moveTo>
                    <a:pt x="277" y="28"/>
                  </a:moveTo>
                  <a:cubicBezTo>
                    <a:pt x="277" y="28"/>
                    <a:pt x="277" y="28"/>
                    <a:pt x="277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  <p:sp>
          <p:nvSpPr>
            <p:cNvPr id="62" name="Freeform 59">
              <a:extLst>
                <a:ext uri="{FF2B5EF4-FFF2-40B4-BE49-F238E27FC236}">
                  <a16:creationId xmlns:a16="http://schemas.microsoft.com/office/drawing/2014/main" id="{2CE12E0B-9EAB-15C0-D766-FEE6FCBFC7F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83" y="806"/>
              <a:ext cx="110" cy="180"/>
            </a:xfrm>
            <a:custGeom>
              <a:avLst/>
              <a:gdLst>
                <a:gd name="T0" fmla="*/ 66 w 72"/>
                <a:gd name="T1" fmla="*/ 120 h 120"/>
                <a:gd name="T2" fmla="*/ 6 w 72"/>
                <a:gd name="T3" fmla="*/ 120 h 120"/>
                <a:gd name="T4" fmla="*/ 0 w 72"/>
                <a:gd name="T5" fmla="*/ 114 h 120"/>
                <a:gd name="T6" fmla="*/ 0 w 72"/>
                <a:gd name="T7" fmla="*/ 36 h 120"/>
                <a:gd name="T8" fmla="*/ 36 w 72"/>
                <a:gd name="T9" fmla="*/ 0 h 120"/>
                <a:gd name="T10" fmla="*/ 72 w 72"/>
                <a:gd name="T11" fmla="*/ 36 h 120"/>
                <a:gd name="T12" fmla="*/ 72 w 72"/>
                <a:gd name="T13" fmla="*/ 114 h 120"/>
                <a:gd name="T14" fmla="*/ 66 w 72"/>
                <a:gd name="T15" fmla="*/ 120 h 120"/>
                <a:gd name="T16" fmla="*/ 12 w 72"/>
                <a:gd name="T17" fmla="*/ 108 h 120"/>
                <a:gd name="T18" fmla="*/ 60 w 72"/>
                <a:gd name="T19" fmla="*/ 108 h 120"/>
                <a:gd name="T20" fmla="*/ 60 w 72"/>
                <a:gd name="T21" fmla="*/ 36 h 120"/>
                <a:gd name="T22" fmla="*/ 36 w 72"/>
                <a:gd name="T23" fmla="*/ 12 h 120"/>
                <a:gd name="T24" fmla="*/ 12 w 72"/>
                <a:gd name="T25" fmla="*/ 36 h 120"/>
                <a:gd name="T26" fmla="*/ 12 w 72"/>
                <a:gd name="T27" fmla="*/ 108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2" h="120">
                  <a:moveTo>
                    <a:pt x="66" y="120"/>
                  </a:moveTo>
                  <a:cubicBezTo>
                    <a:pt x="6" y="120"/>
                    <a:pt x="6" y="120"/>
                    <a:pt x="6" y="120"/>
                  </a:cubicBezTo>
                  <a:cubicBezTo>
                    <a:pt x="3" y="120"/>
                    <a:pt x="0" y="117"/>
                    <a:pt x="0" y="114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16"/>
                    <a:pt x="17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114"/>
                    <a:pt x="72" y="114"/>
                    <a:pt x="72" y="114"/>
                  </a:cubicBezTo>
                  <a:cubicBezTo>
                    <a:pt x="72" y="117"/>
                    <a:pt x="70" y="120"/>
                    <a:pt x="66" y="120"/>
                  </a:cubicBezTo>
                  <a:close/>
                  <a:moveTo>
                    <a:pt x="12" y="108"/>
                  </a:moveTo>
                  <a:cubicBezTo>
                    <a:pt x="60" y="108"/>
                    <a:pt x="60" y="108"/>
                    <a:pt x="60" y="108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60" y="22"/>
                    <a:pt x="50" y="12"/>
                    <a:pt x="36" y="12"/>
                  </a:cubicBezTo>
                  <a:cubicBezTo>
                    <a:pt x="23" y="12"/>
                    <a:pt x="12" y="22"/>
                    <a:pt x="12" y="36"/>
                  </a:cubicBezTo>
                  <a:lnTo>
                    <a:pt x="12" y="1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  <p:sp>
          <p:nvSpPr>
            <p:cNvPr id="63" name="Freeform 60">
              <a:extLst>
                <a:ext uri="{FF2B5EF4-FFF2-40B4-BE49-F238E27FC236}">
                  <a16:creationId xmlns:a16="http://schemas.microsoft.com/office/drawing/2014/main" id="{4117C2D5-9AAA-1602-CA5E-B1EA557FBA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30" y="806"/>
              <a:ext cx="74" cy="144"/>
            </a:xfrm>
            <a:custGeom>
              <a:avLst/>
              <a:gdLst>
                <a:gd name="T0" fmla="*/ 42 w 48"/>
                <a:gd name="T1" fmla="*/ 96 h 96"/>
                <a:gd name="T2" fmla="*/ 6 w 48"/>
                <a:gd name="T3" fmla="*/ 96 h 96"/>
                <a:gd name="T4" fmla="*/ 0 w 48"/>
                <a:gd name="T5" fmla="*/ 90 h 96"/>
                <a:gd name="T6" fmla="*/ 0 w 48"/>
                <a:gd name="T7" fmla="*/ 24 h 96"/>
                <a:gd name="T8" fmla="*/ 24 w 48"/>
                <a:gd name="T9" fmla="*/ 0 h 96"/>
                <a:gd name="T10" fmla="*/ 48 w 48"/>
                <a:gd name="T11" fmla="*/ 24 h 96"/>
                <a:gd name="T12" fmla="*/ 48 w 48"/>
                <a:gd name="T13" fmla="*/ 90 h 96"/>
                <a:gd name="T14" fmla="*/ 42 w 48"/>
                <a:gd name="T15" fmla="*/ 96 h 96"/>
                <a:gd name="T16" fmla="*/ 12 w 48"/>
                <a:gd name="T17" fmla="*/ 84 h 96"/>
                <a:gd name="T18" fmla="*/ 36 w 48"/>
                <a:gd name="T19" fmla="*/ 84 h 96"/>
                <a:gd name="T20" fmla="*/ 36 w 48"/>
                <a:gd name="T21" fmla="*/ 24 h 96"/>
                <a:gd name="T22" fmla="*/ 24 w 48"/>
                <a:gd name="T23" fmla="*/ 12 h 96"/>
                <a:gd name="T24" fmla="*/ 12 w 48"/>
                <a:gd name="T25" fmla="*/ 24 h 96"/>
                <a:gd name="T26" fmla="*/ 12 w 48"/>
                <a:gd name="T27" fmla="*/ 8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8" h="96">
                  <a:moveTo>
                    <a:pt x="42" y="96"/>
                  </a:moveTo>
                  <a:cubicBezTo>
                    <a:pt x="6" y="96"/>
                    <a:pt x="6" y="96"/>
                    <a:pt x="6" y="96"/>
                  </a:cubicBezTo>
                  <a:cubicBezTo>
                    <a:pt x="3" y="96"/>
                    <a:pt x="0" y="93"/>
                    <a:pt x="0" y="90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0"/>
                    <a:pt x="11" y="0"/>
                    <a:pt x="24" y="0"/>
                  </a:cubicBezTo>
                  <a:cubicBezTo>
                    <a:pt x="38" y="0"/>
                    <a:pt x="48" y="10"/>
                    <a:pt x="48" y="24"/>
                  </a:cubicBezTo>
                  <a:cubicBezTo>
                    <a:pt x="48" y="90"/>
                    <a:pt x="48" y="90"/>
                    <a:pt x="48" y="90"/>
                  </a:cubicBezTo>
                  <a:cubicBezTo>
                    <a:pt x="48" y="93"/>
                    <a:pt x="46" y="96"/>
                    <a:pt x="42" y="96"/>
                  </a:cubicBezTo>
                  <a:close/>
                  <a:moveTo>
                    <a:pt x="12" y="84"/>
                  </a:moveTo>
                  <a:cubicBezTo>
                    <a:pt x="36" y="84"/>
                    <a:pt x="36" y="84"/>
                    <a:pt x="36" y="84"/>
                  </a:cubicBezTo>
                  <a:cubicBezTo>
                    <a:pt x="36" y="24"/>
                    <a:pt x="36" y="24"/>
                    <a:pt x="36" y="24"/>
                  </a:cubicBezTo>
                  <a:cubicBezTo>
                    <a:pt x="36" y="17"/>
                    <a:pt x="31" y="12"/>
                    <a:pt x="24" y="12"/>
                  </a:cubicBezTo>
                  <a:cubicBezTo>
                    <a:pt x="18" y="12"/>
                    <a:pt x="12" y="17"/>
                    <a:pt x="12" y="24"/>
                  </a:cubicBezTo>
                  <a:lnTo>
                    <a:pt x="12" y="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  <p:sp>
          <p:nvSpPr>
            <p:cNvPr id="64" name="Freeform 61">
              <a:extLst>
                <a:ext uri="{FF2B5EF4-FFF2-40B4-BE49-F238E27FC236}">
                  <a16:creationId xmlns:a16="http://schemas.microsoft.com/office/drawing/2014/main" id="{3FE8BF88-60FE-7E34-5684-F3ECD8FB2DD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73" y="806"/>
              <a:ext cx="73" cy="144"/>
            </a:xfrm>
            <a:custGeom>
              <a:avLst/>
              <a:gdLst>
                <a:gd name="T0" fmla="*/ 42 w 48"/>
                <a:gd name="T1" fmla="*/ 96 h 96"/>
                <a:gd name="T2" fmla="*/ 6 w 48"/>
                <a:gd name="T3" fmla="*/ 96 h 96"/>
                <a:gd name="T4" fmla="*/ 0 w 48"/>
                <a:gd name="T5" fmla="*/ 90 h 96"/>
                <a:gd name="T6" fmla="*/ 0 w 48"/>
                <a:gd name="T7" fmla="*/ 24 h 96"/>
                <a:gd name="T8" fmla="*/ 24 w 48"/>
                <a:gd name="T9" fmla="*/ 0 h 96"/>
                <a:gd name="T10" fmla="*/ 48 w 48"/>
                <a:gd name="T11" fmla="*/ 24 h 96"/>
                <a:gd name="T12" fmla="*/ 48 w 48"/>
                <a:gd name="T13" fmla="*/ 90 h 96"/>
                <a:gd name="T14" fmla="*/ 42 w 48"/>
                <a:gd name="T15" fmla="*/ 96 h 96"/>
                <a:gd name="T16" fmla="*/ 12 w 48"/>
                <a:gd name="T17" fmla="*/ 84 h 96"/>
                <a:gd name="T18" fmla="*/ 36 w 48"/>
                <a:gd name="T19" fmla="*/ 84 h 96"/>
                <a:gd name="T20" fmla="*/ 36 w 48"/>
                <a:gd name="T21" fmla="*/ 24 h 96"/>
                <a:gd name="T22" fmla="*/ 24 w 48"/>
                <a:gd name="T23" fmla="*/ 12 h 96"/>
                <a:gd name="T24" fmla="*/ 12 w 48"/>
                <a:gd name="T25" fmla="*/ 24 h 96"/>
                <a:gd name="T26" fmla="*/ 12 w 48"/>
                <a:gd name="T27" fmla="*/ 8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8" h="96">
                  <a:moveTo>
                    <a:pt x="42" y="96"/>
                  </a:moveTo>
                  <a:cubicBezTo>
                    <a:pt x="6" y="96"/>
                    <a:pt x="6" y="96"/>
                    <a:pt x="6" y="96"/>
                  </a:cubicBezTo>
                  <a:cubicBezTo>
                    <a:pt x="3" y="96"/>
                    <a:pt x="0" y="93"/>
                    <a:pt x="0" y="90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0"/>
                    <a:pt x="11" y="0"/>
                    <a:pt x="24" y="0"/>
                  </a:cubicBezTo>
                  <a:cubicBezTo>
                    <a:pt x="38" y="0"/>
                    <a:pt x="48" y="10"/>
                    <a:pt x="48" y="24"/>
                  </a:cubicBezTo>
                  <a:cubicBezTo>
                    <a:pt x="48" y="90"/>
                    <a:pt x="48" y="90"/>
                    <a:pt x="48" y="90"/>
                  </a:cubicBezTo>
                  <a:cubicBezTo>
                    <a:pt x="48" y="93"/>
                    <a:pt x="46" y="96"/>
                    <a:pt x="42" y="96"/>
                  </a:cubicBezTo>
                  <a:close/>
                  <a:moveTo>
                    <a:pt x="12" y="84"/>
                  </a:moveTo>
                  <a:cubicBezTo>
                    <a:pt x="36" y="84"/>
                    <a:pt x="36" y="84"/>
                    <a:pt x="36" y="84"/>
                  </a:cubicBezTo>
                  <a:cubicBezTo>
                    <a:pt x="36" y="24"/>
                    <a:pt x="36" y="24"/>
                    <a:pt x="36" y="24"/>
                  </a:cubicBezTo>
                  <a:cubicBezTo>
                    <a:pt x="36" y="17"/>
                    <a:pt x="31" y="12"/>
                    <a:pt x="24" y="12"/>
                  </a:cubicBezTo>
                  <a:cubicBezTo>
                    <a:pt x="18" y="12"/>
                    <a:pt x="12" y="17"/>
                    <a:pt x="12" y="24"/>
                  </a:cubicBezTo>
                  <a:lnTo>
                    <a:pt x="12" y="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</p:grpSp>
      <p:sp>
        <p:nvSpPr>
          <p:cNvPr id="65" name="Rectangle 64">
            <a:extLst>
              <a:ext uri="{FF2B5EF4-FFF2-40B4-BE49-F238E27FC236}">
                <a16:creationId xmlns:a16="http://schemas.microsoft.com/office/drawing/2014/main" id="{B4431A97-AB58-2E0B-C00F-990CBC2DD176}"/>
              </a:ext>
            </a:extLst>
          </p:cNvPr>
          <p:cNvSpPr/>
          <p:nvPr/>
        </p:nvSpPr>
        <p:spPr>
          <a:xfrm>
            <a:off x="6962725" y="3136356"/>
            <a:ext cx="853285" cy="21035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900" b="1" noProof="0">
                <a:solidFill>
                  <a:srgbClr val="0199E5"/>
                </a:solidFill>
              </a:rPr>
              <a:t>Fechamento</a:t>
            </a:r>
            <a:br>
              <a:rPr lang="pt-BR" sz="900" b="1" noProof="0">
                <a:solidFill>
                  <a:srgbClr val="0199E5"/>
                </a:solidFill>
              </a:rPr>
            </a:br>
            <a:r>
              <a:rPr lang="pt-BR" sz="900" b="1" noProof="0">
                <a:solidFill>
                  <a:srgbClr val="0199E5"/>
                </a:solidFill>
              </a:rPr>
              <a:t> (</a:t>
            </a:r>
            <a:r>
              <a:rPr lang="pt-BR" sz="900" b="1" noProof="0" err="1">
                <a:solidFill>
                  <a:srgbClr val="0199E5"/>
                </a:solidFill>
              </a:rPr>
              <a:t>Closing</a:t>
            </a:r>
            <a:r>
              <a:rPr lang="pt-BR" sz="900" b="1" noProof="0">
                <a:solidFill>
                  <a:srgbClr val="0199E5"/>
                </a:solidFill>
              </a:rPr>
              <a:t>)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490A0DB1-590B-7241-4069-8A71E4886091}"/>
              </a:ext>
            </a:extLst>
          </p:cNvPr>
          <p:cNvSpPr/>
          <p:nvPr/>
        </p:nvSpPr>
        <p:spPr>
          <a:xfrm>
            <a:off x="4571327" y="2971922"/>
            <a:ext cx="144000" cy="144000"/>
          </a:xfrm>
          <a:prstGeom prst="ellipse">
            <a:avLst/>
          </a:prstGeom>
          <a:solidFill>
            <a:srgbClr val="019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endParaRPr lang="pt-BR" sz="1200" noProof="0">
              <a:solidFill>
                <a:schemeClr val="tx1"/>
              </a:solidFill>
            </a:endParaRPr>
          </a:p>
        </p:txBody>
      </p:sp>
      <p:grpSp>
        <p:nvGrpSpPr>
          <p:cNvPr id="67" name="Group 158">
            <a:extLst>
              <a:ext uri="{FF2B5EF4-FFF2-40B4-BE49-F238E27FC236}">
                <a16:creationId xmlns:a16="http://schemas.microsoft.com/office/drawing/2014/main" id="{B4CEF616-89DE-F40D-BB2D-B3EA2720048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190422" y="2594703"/>
            <a:ext cx="340755" cy="320473"/>
            <a:chOff x="4473" y="3018"/>
            <a:chExt cx="420" cy="395"/>
          </a:xfrm>
          <a:solidFill>
            <a:srgbClr val="0199E5"/>
          </a:solidFill>
        </p:grpSpPr>
        <p:sp>
          <p:nvSpPr>
            <p:cNvPr id="68" name="Freeform 159">
              <a:extLst>
                <a:ext uri="{FF2B5EF4-FFF2-40B4-BE49-F238E27FC236}">
                  <a16:creationId xmlns:a16="http://schemas.microsoft.com/office/drawing/2014/main" id="{65B8D2CB-7BAD-E322-F222-3BA8CC5C1A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8" y="3058"/>
              <a:ext cx="72" cy="54"/>
            </a:xfrm>
            <a:custGeom>
              <a:avLst/>
              <a:gdLst>
                <a:gd name="T0" fmla="*/ 9 w 49"/>
                <a:gd name="T1" fmla="*/ 17 h 37"/>
                <a:gd name="T2" fmla="*/ 5 w 49"/>
                <a:gd name="T3" fmla="*/ 15 h 37"/>
                <a:gd name="T4" fmla="*/ 1 w 49"/>
                <a:gd name="T5" fmla="*/ 17 h 37"/>
                <a:gd name="T6" fmla="*/ 0 w 49"/>
                <a:gd name="T7" fmla="*/ 20 h 37"/>
                <a:gd name="T8" fmla="*/ 1 w 49"/>
                <a:gd name="T9" fmla="*/ 24 h 37"/>
                <a:gd name="T10" fmla="*/ 12 w 49"/>
                <a:gd name="T11" fmla="*/ 35 h 37"/>
                <a:gd name="T12" fmla="*/ 16 w 49"/>
                <a:gd name="T13" fmla="*/ 37 h 37"/>
                <a:gd name="T14" fmla="*/ 19 w 49"/>
                <a:gd name="T15" fmla="*/ 35 h 37"/>
                <a:gd name="T16" fmla="*/ 47 w 49"/>
                <a:gd name="T17" fmla="*/ 10 h 37"/>
                <a:gd name="T18" fmla="*/ 47 w 49"/>
                <a:gd name="T19" fmla="*/ 3 h 37"/>
                <a:gd name="T20" fmla="*/ 40 w 49"/>
                <a:gd name="T21" fmla="*/ 2 h 37"/>
                <a:gd name="T22" fmla="*/ 16 w 49"/>
                <a:gd name="T23" fmla="*/ 24 h 37"/>
                <a:gd name="T24" fmla="*/ 9 w 49"/>
                <a:gd name="T25" fmla="*/ 1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9" h="37">
                  <a:moveTo>
                    <a:pt x="9" y="17"/>
                  </a:moveTo>
                  <a:cubicBezTo>
                    <a:pt x="8" y="16"/>
                    <a:pt x="7" y="15"/>
                    <a:pt x="5" y="15"/>
                  </a:cubicBezTo>
                  <a:cubicBezTo>
                    <a:pt x="4" y="15"/>
                    <a:pt x="2" y="16"/>
                    <a:pt x="1" y="17"/>
                  </a:cubicBezTo>
                  <a:cubicBezTo>
                    <a:pt x="0" y="18"/>
                    <a:pt x="0" y="19"/>
                    <a:pt x="0" y="20"/>
                  </a:cubicBezTo>
                  <a:cubicBezTo>
                    <a:pt x="0" y="22"/>
                    <a:pt x="0" y="23"/>
                    <a:pt x="1" y="2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6"/>
                    <a:pt x="14" y="37"/>
                    <a:pt x="16" y="37"/>
                  </a:cubicBezTo>
                  <a:cubicBezTo>
                    <a:pt x="17" y="37"/>
                    <a:pt x="18" y="36"/>
                    <a:pt x="19" y="35"/>
                  </a:cubicBezTo>
                  <a:cubicBezTo>
                    <a:pt x="47" y="10"/>
                    <a:pt x="47" y="10"/>
                    <a:pt x="47" y="10"/>
                  </a:cubicBezTo>
                  <a:cubicBezTo>
                    <a:pt x="49" y="8"/>
                    <a:pt x="49" y="5"/>
                    <a:pt x="47" y="3"/>
                  </a:cubicBezTo>
                  <a:cubicBezTo>
                    <a:pt x="45" y="0"/>
                    <a:pt x="42" y="0"/>
                    <a:pt x="40" y="2"/>
                  </a:cubicBezTo>
                  <a:cubicBezTo>
                    <a:pt x="16" y="24"/>
                    <a:pt x="16" y="24"/>
                    <a:pt x="16" y="24"/>
                  </a:cubicBezTo>
                  <a:lnTo>
                    <a:pt x="9" y="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  <p:sp>
          <p:nvSpPr>
            <p:cNvPr id="69" name="Freeform 160">
              <a:extLst>
                <a:ext uri="{FF2B5EF4-FFF2-40B4-BE49-F238E27FC236}">
                  <a16:creationId xmlns:a16="http://schemas.microsoft.com/office/drawing/2014/main" id="{E99D08D3-B50E-1ED3-D1D8-FC775C7FED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9" y="3191"/>
              <a:ext cx="74" cy="53"/>
            </a:xfrm>
            <a:custGeom>
              <a:avLst/>
              <a:gdLst>
                <a:gd name="T0" fmla="*/ 9 w 50"/>
                <a:gd name="T1" fmla="*/ 17 h 36"/>
                <a:gd name="T2" fmla="*/ 6 w 50"/>
                <a:gd name="T3" fmla="*/ 15 h 36"/>
                <a:gd name="T4" fmla="*/ 2 w 50"/>
                <a:gd name="T5" fmla="*/ 17 h 36"/>
                <a:gd name="T6" fmla="*/ 0 w 50"/>
                <a:gd name="T7" fmla="*/ 20 h 36"/>
                <a:gd name="T8" fmla="*/ 2 w 50"/>
                <a:gd name="T9" fmla="*/ 24 h 36"/>
                <a:gd name="T10" fmla="*/ 13 w 50"/>
                <a:gd name="T11" fmla="*/ 35 h 36"/>
                <a:gd name="T12" fmla="*/ 16 w 50"/>
                <a:gd name="T13" fmla="*/ 36 h 36"/>
                <a:gd name="T14" fmla="*/ 20 w 50"/>
                <a:gd name="T15" fmla="*/ 35 h 36"/>
                <a:gd name="T16" fmla="*/ 48 w 50"/>
                <a:gd name="T17" fmla="*/ 10 h 36"/>
                <a:gd name="T18" fmla="*/ 48 w 50"/>
                <a:gd name="T19" fmla="*/ 2 h 36"/>
                <a:gd name="T20" fmla="*/ 40 w 50"/>
                <a:gd name="T21" fmla="*/ 2 h 36"/>
                <a:gd name="T22" fmla="*/ 17 w 50"/>
                <a:gd name="T23" fmla="*/ 24 h 36"/>
                <a:gd name="T24" fmla="*/ 9 w 50"/>
                <a:gd name="T25" fmla="*/ 1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0" h="36">
                  <a:moveTo>
                    <a:pt x="9" y="17"/>
                  </a:moveTo>
                  <a:cubicBezTo>
                    <a:pt x="8" y="16"/>
                    <a:pt x="7" y="15"/>
                    <a:pt x="6" y="15"/>
                  </a:cubicBezTo>
                  <a:cubicBezTo>
                    <a:pt x="4" y="15"/>
                    <a:pt x="3" y="16"/>
                    <a:pt x="2" y="17"/>
                  </a:cubicBezTo>
                  <a:cubicBezTo>
                    <a:pt x="1" y="18"/>
                    <a:pt x="0" y="19"/>
                    <a:pt x="0" y="20"/>
                  </a:cubicBezTo>
                  <a:cubicBezTo>
                    <a:pt x="0" y="22"/>
                    <a:pt x="1" y="23"/>
                    <a:pt x="2" y="24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6"/>
                    <a:pt x="15" y="36"/>
                    <a:pt x="16" y="36"/>
                  </a:cubicBezTo>
                  <a:cubicBezTo>
                    <a:pt x="18" y="36"/>
                    <a:pt x="19" y="36"/>
                    <a:pt x="20" y="35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50" y="8"/>
                    <a:pt x="50" y="5"/>
                    <a:pt x="48" y="2"/>
                  </a:cubicBezTo>
                  <a:cubicBezTo>
                    <a:pt x="46" y="0"/>
                    <a:pt x="43" y="0"/>
                    <a:pt x="40" y="2"/>
                  </a:cubicBezTo>
                  <a:cubicBezTo>
                    <a:pt x="17" y="24"/>
                    <a:pt x="17" y="24"/>
                    <a:pt x="17" y="24"/>
                  </a:cubicBezTo>
                  <a:lnTo>
                    <a:pt x="9" y="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  <p:sp>
          <p:nvSpPr>
            <p:cNvPr id="70" name="Freeform 161">
              <a:extLst>
                <a:ext uri="{FF2B5EF4-FFF2-40B4-BE49-F238E27FC236}">
                  <a16:creationId xmlns:a16="http://schemas.microsoft.com/office/drawing/2014/main" id="{9468E782-8468-5619-09E8-EFAA80660E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8" y="3318"/>
              <a:ext cx="72" cy="54"/>
            </a:xfrm>
            <a:custGeom>
              <a:avLst/>
              <a:gdLst>
                <a:gd name="T0" fmla="*/ 9 w 49"/>
                <a:gd name="T1" fmla="*/ 16 h 36"/>
                <a:gd name="T2" fmla="*/ 5 w 49"/>
                <a:gd name="T3" fmla="*/ 15 h 36"/>
                <a:gd name="T4" fmla="*/ 1 w 49"/>
                <a:gd name="T5" fmla="*/ 16 h 36"/>
                <a:gd name="T6" fmla="*/ 0 w 49"/>
                <a:gd name="T7" fmla="*/ 20 h 36"/>
                <a:gd name="T8" fmla="*/ 1 w 49"/>
                <a:gd name="T9" fmla="*/ 24 h 36"/>
                <a:gd name="T10" fmla="*/ 12 w 49"/>
                <a:gd name="T11" fmla="*/ 34 h 36"/>
                <a:gd name="T12" fmla="*/ 16 w 49"/>
                <a:gd name="T13" fmla="*/ 36 h 36"/>
                <a:gd name="T14" fmla="*/ 19 w 49"/>
                <a:gd name="T15" fmla="*/ 35 h 36"/>
                <a:gd name="T16" fmla="*/ 47 w 49"/>
                <a:gd name="T17" fmla="*/ 10 h 36"/>
                <a:gd name="T18" fmla="*/ 47 w 49"/>
                <a:gd name="T19" fmla="*/ 2 h 36"/>
                <a:gd name="T20" fmla="*/ 40 w 49"/>
                <a:gd name="T21" fmla="*/ 2 h 36"/>
                <a:gd name="T22" fmla="*/ 16 w 49"/>
                <a:gd name="T23" fmla="*/ 23 h 36"/>
                <a:gd name="T24" fmla="*/ 9 w 49"/>
                <a:gd name="T25" fmla="*/ 1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9" h="36">
                  <a:moveTo>
                    <a:pt x="9" y="16"/>
                  </a:moveTo>
                  <a:cubicBezTo>
                    <a:pt x="8" y="15"/>
                    <a:pt x="7" y="15"/>
                    <a:pt x="5" y="15"/>
                  </a:cubicBezTo>
                  <a:cubicBezTo>
                    <a:pt x="4" y="15"/>
                    <a:pt x="2" y="15"/>
                    <a:pt x="1" y="16"/>
                  </a:cubicBezTo>
                  <a:cubicBezTo>
                    <a:pt x="0" y="17"/>
                    <a:pt x="0" y="19"/>
                    <a:pt x="0" y="20"/>
                  </a:cubicBezTo>
                  <a:cubicBezTo>
                    <a:pt x="0" y="21"/>
                    <a:pt x="0" y="23"/>
                    <a:pt x="1" y="2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3" y="35"/>
                    <a:pt x="14" y="36"/>
                    <a:pt x="16" y="36"/>
                  </a:cubicBezTo>
                  <a:cubicBezTo>
                    <a:pt x="17" y="36"/>
                    <a:pt x="18" y="36"/>
                    <a:pt x="19" y="35"/>
                  </a:cubicBezTo>
                  <a:cubicBezTo>
                    <a:pt x="47" y="10"/>
                    <a:pt x="47" y="10"/>
                    <a:pt x="47" y="10"/>
                  </a:cubicBezTo>
                  <a:cubicBezTo>
                    <a:pt x="49" y="8"/>
                    <a:pt x="49" y="4"/>
                    <a:pt x="47" y="2"/>
                  </a:cubicBezTo>
                  <a:cubicBezTo>
                    <a:pt x="45" y="0"/>
                    <a:pt x="42" y="0"/>
                    <a:pt x="40" y="2"/>
                  </a:cubicBezTo>
                  <a:cubicBezTo>
                    <a:pt x="16" y="23"/>
                    <a:pt x="16" y="23"/>
                    <a:pt x="16" y="23"/>
                  </a:cubicBezTo>
                  <a:lnTo>
                    <a:pt x="9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  <p:sp>
          <p:nvSpPr>
            <p:cNvPr id="71" name="Freeform 162">
              <a:extLst>
                <a:ext uri="{FF2B5EF4-FFF2-40B4-BE49-F238E27FC236}">
                  <a16:creationId xmlns:a16="http://schemas.microsoft.com/office/drawing/2014/main" id="{2224504E-AC2F-E5A1-B4CD-C2A09DD633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73" y="3018"/>
              <a:ext cx="420" cy="395"/>
            </a:xfrm>
            <a:custGeom>
              <a:avLst/>
              <a:gdLst>
                <a:gd name="T0" fmla="*/ 267 w 284"/>
                <a:gd name="T1" fmla="*/ 168 h 267"/>
                <a:gd name="T2" fmla="*/ 234 w 284"/>
                <a:gd name="T3" fmla="*/ 90 h 267"/>
                <a:gd name="T4" fmla="*/ 198 w 284"/>
                <a:gd name="T5" fmla="*/ 163 h 267"/>
                <a:gd name="T6" fmla="*/ 171 w 284"/>
                <a:gd name="T7" fmla="*/ 186 h 267"/>
                <a:gd name="T8" fmla="*/ 112 w 284"/>
                <a:gd name="T9" fmla="*/ 187 h 267"/>
                <a:gd name="T10" fmla="*/ 111 w 284"/>
                <a:gd name="T11" fmla="*/ 187 h 267"/>
                <a:gd name="T12" fmla="*/ 86 w 284"/>
                <a:gd name="T13" fmla="*/ 162 h 267"/>
                <a:gd name="T14" fmla="*/ 86 w 284"/>
                <a:gd name="T15" fmla="*/ 106 h 267"/>
                <a:gd name="T16" fmla="*/ 114 w 284"/>
                <a:gd name="T17" fmla="*/ 81 h 267"/>
                <a:gd name="T18" fmla="*/ 174 w 284"/>
                <a:gd name="T19" fmla="*/ 78 h 267"/>
                <a:gd name="T20" fmla="*/ 142 w 284"/>
                <a:gd name="T21" fmla="*/ 0 h 267"/>
                <a:gd name="T22" fmla="*/ 106 w 284"/>
                <a:gd name="T23" fmla="*/ 73 h 267"/>
                <a:gd name="T24" fmla="*/ 78 w 284"/>
                <a:gd name="T25" fmla="*/ 99 h 267"/>
                <a:gd name="T26" fmla="*/ 50 w 284"/>
                <a:gd name="T27" fmla="*/ 89 h 267"/>
                <a:gd name="T28" fmla="*/ 18 w 284"/>
                <a:gd name="T29" fmla="*/ 167 h 267"/>
                <a:gd name="T30" fmla="*/ 78 w 284"/>
                <a:gd name="T31" fmla="*/ 170 h 267"/>
                <a:gd name="T32" fmla="*/ 78 w 284"/>
                <a:gd name="T33" fmla="*/ 170 h 267"/>
                <a:gd name="T34" fmla="*/ 104 w 284"/>
                <a:gd name="T35" fmla="*/ 196 h 267"/>
                <a:gd name="T36" fmla="*/ 142 w 284"/>
                <a:gd name="T37" fmla="*/ 267 h 267"/>
                <a:gd name="T38" fmla="*/ 179 w 284"/>
                <a:gd name="T39" fmla="*/ 194 h 267"/>
                <a:gd name="T40" fmla="*/ 206 w 284"/>
                <a:gd name="T41" fmla="*/ 171 h 267"/>
                <a:gd name="T42" fmla="*/ 234 w 284"/>
                <a:gd name="T43" fmla="*/ 181 h 267"/>
                <a:gd name="T44" fmla="*/ 142 w 284"/>
                <a:gd name="T45" fmla="*/ 11 h 267"/>
                <a:gd name="T46" fmla="*/ 177 w 284"/>
                <a:gd name="T47" fmla="*/ 46 h 267"/>
                <a:gd name="T48" fmla="*/ 142 w 284"/>
                <a:gd name="T49" fmla="*/ 80 h 267"/>
                <a:gd name="T50" fmla="*/ 108 w 284"/>
                <a:gd name="T51" fmla="*/ 46 h 267"/>
                <a:gd name="T52" fmla="*/ 75 w 284"/>
                <a:gd name="T53" fmla="*/ 159 h 267"/>
                <a:gd name="T54" fmla="*/ 25 w 284"/>
                <a:gd name="T55" fmla="*/ 159 h 267"/>
                <a:gd name="T56" fmla="*/ 50 w 284"/>
                <a:gd name="T57" fmla="*/ 100 h 267"/>
                <a:gd name="T58" fmla="*/ 85 w 284"/>
                <a:gd name="T59" fmla="*/ 134 h 267"/>
                <a:gd name="T60" fmla="*/ 167 w 284"/>
                <a:gd name="T61" fmla="*/ 246 h 267"/>
                <a:gd name="T62" fmla="*/ 142 w 284"/>
                <a:gd name="T63" fmla="*/ 256 h 267"/>
                <a:gd name="T64" fmla="*/ 108 w 284"/>
                <a:gd name="T65" fmla="*/ 221 h 267"/>
                <a:gd name="T66" fmla="*/ 142 w 284"/>
                <a:gd name="T67" fmla="*/ 186 h 267"/>
                <a:gd name="T68" fmla="*/ 177 w 284"/>
                <a:gd name="T69" fmla="*/ 221 h 267"/>
                <a:gd name="T70" fmla="*/ 200 w 284"/>
                <a:gd name="T71" fmla="*/ 136 h 267"/>
                <a:gd name="T72" fmla="*/ 234 w 284"/>
                <a:gd name="T73" fmla="*/ 101 h 267"/>
                <a:gd name="T74" fmla="*/ 259 w 284"/>
                <a:gd name="T75" fmla="*/ 160 h 267"/>
                <a:gd name="T76" fmla="*/ 210 w 284"/>
                <a:gd name="T77" fmla="*/ 160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84" h="267">
                  <a:moveTo>
                    <a:pt x="234" y="181"/>
                  </a:moveTo>
                  <a:cubicBezTo>
                    <a:pt x="247" y="181"/>
                    <a:pt x="258" y="176"/>
                    <a:pt x="267" y="168"/>
                  </a:cubicBezTo>
                  <a:cubicBezTo>
                    <a:pt x="284" y="150"/>
                    <a:pt x="284" y="121"/>
                    <a:pt x="267" y="103"/>
                  </a:cubicBezTo>
                  <a:cubicBezTo>
                    <a:pt x="258" y="95"/>
                    <a:pt x="247" y="90"/>
                    <a:pt x="234" y="90"/>
                  </a:cubicBezTo>
                  <a:cubicBezTo>
                    <a:pt x="222" y="90"/>
                    <a:pt x="211" y="95"/>
                    <a:pt x="202" y="103"/>
                  </a:cubicBezTo>
                  <a:cubicBezTo>
                    <a:pt x="186" y="119"/>
                    <a:pt x="185" y="145"/>
                    <a:pt x="198" y="163"/>
                  </a:cubicBezTo>
                  <a:cubicBezTo>
                    <a:pt x="198" y="163"/>
                    <a:pt x="198" y="163"/>
                    <a:pt x="198" y="163"/>
                  </a:cubicBezTo>
                  <a:cubicBezTo>
                    <a:pt x="171" y="186"/>
                    <a:pt x="171" y="186"/>
                    <a:pt x="171" y="186"/>
                  </a:cubicBezTo>
                  <a:cubicBezTo>
                    <a:pt x="170" y="186"/>
                    <a:pt x="170" y="186"/>
                    <a:pt x="170" y="186"/>
                  </a:cubicBezTo>
                  <a:cubicBezTo>
                    <a:pt x="153" y="172"/>
                    <a:pt x="129" y="173"/>
                    <a:pt x="112" y="187"/>
                  </a:cubicBezTo>
                  <a:cubicBezTo>
                    <a:pt x="112" y="187"/>
                    <a:pt x="112" y="187"/>
                    <a:pt x="112" y="187"/>
                  </a:cubicBezTo>
                  <a:cubicBezTo>
                    <a:pt x="111" y="187"/>
                    <a:pt x="111" y="187"/>
                    <a:pt x="111" y="187"/>
                  </a:cubicBezTo>
                  <a:cubicBezTo>
                    <a:pt x="86" y="162"/>
                    <a:pt x="86" y="162"/>
                    <a:pt x="86" y="162"/>
                  </a:cubicBezTo>
                  <a:cubicBezTo>
                    <a:pt x="86" y="162"/>
                    <a:pt x="86" y="162"/>
                    <a:pt x="86" y="162"/>
                  </a:cubicBezTo>
                  <a:cubicBezTo>
                    <a:pt x="99" y="146"/>
                    <a:pt x="99" y="123"/>
                    <a:pt x="86" y="107"/>
                  </a:cubicBezTo>
                  <a:cubicBezTo>
                    <a:pt x="86" y="106"/>
                    <a:pt x="86" y="106"/>
                    <a:pt x="86" y="106"/>
                  </a:cubicBezTo>
                  <a:cubicBezTo>
                    <a:pt x="114" y="81"/>
                    <a:pt x="114" y="81"/>
                    <a:pt x="114" y="81"/>
                  </a:cubicBezTo>
                  <a:cubicBezTo>
                    <a:pt x="114" y="81"/>
                    <a:pt x="114" y="81"/>
                    <a:pt x="114" y="81"/>
                  </a:cubicBezTo>
                  <a:cubicBezTo>
                    <a:pt x="122" y="88"/>
                    <a:pt x="132" y="91"/>
                    <a:pt x="142" y="91"/>
                  </a:cubicBezTo>
                  <a:cubicBezTo>
                    <a:pt x="154" y="91"/>
                    <a:pt x="166" y="86"/>
                    <a:pt x="174" y="78"/>
                  </a:cubicBezTo>
                  <a:cubicBezTo>
                    <a:pt x="192" y="60"/>
                    <a:pt x="192" y="31"/>
                    <a:pt x="174" y="14"/>
                  </a:cubicBezTo>
                  <a:cubicBezTo>
                    <a:pt x="166" y="5"/>
                    <a:pt x="154" y="0"/>
                    <a:pt x="142" y="0"/>
                  </a:cubicBezTo>
                  <a:cubicBezTo>
                    <a:pt x="130" y="0"/>
                    <a:pt x="119" y="5"/>
                    <a:pt x="110" y="14"/>
                  </a:cubicBezTo>
                  <a:cubicBezTo>
                    <a:pt x="94" y="30"/>
                    <a:pt x="92" y="55"/>
                    <a:pt x="106" y="73"/>
                  </a:cubicBezTo>
                  <a:cubicBezTo>
                    <a:pt x="106" y="74"/>
                    <a:pt x="106" y="74"/>
                    <a:pt x="106" y="74"/>
                  </a:cubicBezTo>
                  <a:cubicBezTo>
                    <a:pt x="78" y="99"/>
                    <a:pt x="78" y="99"/>
                    <a:pt x="78" y="99"/>
                  </a:cubicBezTo>
                  <a:cubicBezTo>
                    <a:pt x="78" y="99"/>
                    <a:pt x="78" y="99"/>
                    <a:pt x="78" y="99"/>
                  </a:cubicBezTo>
                  <a:cubicBezTo>
                    <a:pt x="70" y="92"/>
                    <a:pt x="60" y="89"/>
                    <a:pt x="50" y="89"/>
                  </a:cubicBezTo>
                  <a:cubicBezTo>
                    <a:pt x="38" y="89"/>
                    <a:pt x="26" y="94"/>
                    <a:pt x="18" y="102"/>
                  </a:cubicBezTo>
                  <a:cubicBezTo>
                    <a:pt x="0" y="120"/>
                    <a:pt x="0" y="149"/>
                    <a:pt x="18" y="167"/>
                  </a:cubicBezTo>
                  <a:cubicBezTo>
                    <a:pt x="26" y="175"/>
                    <a:pt x="38" y="180"/>
                    <a:pt x="50" y="180"/>
                  </a:cubicBezTo>
                  <a:cubicBezTo>
                    <a:pt x="60" y="180"/>
                    <a:pt x="70" y="176"/>
                    <a:pt x="78" y="170"/>
                  </a:cubicBezTo>
                  <a:cubicBezTo>
                    <a:pt x="78" y="170"/>
                    <a:pt x="78" y="170"/>
                    <a:pt x="78" y="170"/>
                  </a:cubicBezTo>
                  <a:cubicBezTo>
                    <a:pt x="78" y="170"/>
                    <a:pt x="78" y="170"/>
                    <a:pt x="78" y="170"/>
                  </a:cubicBezTo>
                  <a:cubicBezTo>
                    <a:pt x="105" y="196"/>
                    <a:pt x="105" y="196"/>
                    <a:pt x="105" y="196"/>
                  </a:cubicBezTo>
                  <a:cubicBezTo>
                    <a:pt x="104" y="196"/>
                    <a:pt x="104" y="196"/>
                    <a:pt x="104" y="196"/>
                  </a:cubicBezTo>
                  <a:cubicBezTo>
                    <a:pt x="92" y="214"/>
                    <a:pt x="95" y="238"/>
                    <a:pt x="110" y="253"/>
                  </a:cubicBezTo>
                  <a:cubicBezTo>
                    <a:pt x="119" y="262"/>
                    <a:pt x="130" y="267"/>
                    <a:pt x="142" y="267"/>
                  </a:cubicBezTo>
                  <a:cubicBezTo>
                    <a:pt x="154" y="267"/>
                    <a:pt x="166" y="262"/>
                    <a:pt x="174" y="253"/>
                  </a:cubicBezTo>
                  <a:cubicBezTo>
                    <a:pt x="190" y="237"/>
                    <a:pt x="192" y="212"/>
                    <a:pt x="179" y="194"/>
                  </a:cubicBezTo>
                  <a:cubicBezTo>
                    <a:pt x="178" y="194"/>
                    <a:pt x="178" y="194"/>
                    <a:pt x="178" y="194"/>
                  </a:cubicBezTo>
                  <a:cubicBezTo>
                    <a:pt x="206" y="171"/>
                    <a:pt x="206" y="171"/>
                    <a:pt x="206" y="171"/>
                  </a:cubicBezTo>
                  <a:cubicBezTo>
                    <a:pt x="206" y="171"/>
                    <a:pt x="206" y="171"/>
                    <a:pt x="206" y="171"/>
                  </a:cubicBezTo>
                  <a:cubicBezTo>
                    <a:pt x="214" y="178"/>
                    <a:pt x="224" y="181"/>
                    <a:pt x="234" y="181"/>
                  </a:cubicBezTo>
                  <a:close/>
                  <a:moveTo>
                    <a:pt x="118" y="21"/>
                  </a:moveTo>
                  <a:cubicBezTo>
                    <a:pt x="124" y="15"/>
                    <a:pt x="133" y="11"/>
                    <a:pt x="142" y="11"/>
                  </a:cubicBezTo>
                  <a:cubicBezTo>
                    <a:pt x="152" y="11"/>
                    <a:pt x="160" y="15"/>
                    <a:pt x="167" y="21"/>
                  </a:cubicBezTo>
                  <a:cubicBezTo>
                    <a:pt x="173" y="28"/>
                    <a:pt x="177" y="36"/>
                    <a:pt x="177" y="46"/>
                  </a:cubicBezTo>
                  <a:cubicBezTo>
                    <a:pt x="177" y="55"/>
                    <a:pt x="173" y="64"/>
                    <a:pt x="167" y="70"/>
                  </a:cubicBezTo>
                  <a:cubicBezTo>
                    <a:pt x="160" y="77"/>
                    <a:pt x="152" y="80"/>
                    <a:pt x="142" y="80"/>
                  </a:cubicBezTo>
                  <a:cubicBezTo>
                    <a:pt x="133" y="80"/>
                    <a:pt x="124" y="77"/>
                    <a:pt x="118" y="70"/>
                  </a:cubicBezTo>
                  <a:cubicBezTo>
                    <a:pt x="111" y="64"/>
                    <a:pt x="108" y="55"/>
                    <a:pt x="108" y="46"/>
                  </a:cubicBezTo>
                  <a:cubicBezTo>
                    <a:pt x="108" y="36"/>
                    <a:pt x="111" y="28"/>
                    <a:pt x="118" y="21"/>
                  </a:cubicBezTo>
                  <a:close/>
                  <a:moveTo>
                    <a:pt x="75" y="159"/>
                  </a:moveTo>
                  <a:cubicBezTo>
                    <a:pt x="68" y="166"/>
                    <a:pt x="59" y="169"/>
                    <a:pt x="50" y="169"/>
                  </a:cubicBezTo>
                  <a:cubicBezTo>
                    <a:pt x="41" y="169"/>
                    <a:pt x="32" y="166"/>
                    <a:pt x="25" y="159"/>
                  </a:cubicBezTo>
                  <a:cubicBezTo>
                    <a:pt x="12" y="145"/>
                    <a:pt x="12" y="123"/>
                    <a:pt x="25" y="110"/>
                  </a:cubicBezTo>
                  <a:cubicBezTo>
                    <a:pt x="32" y="103"/>
                    <a:pt x="41" y="100"/>
                    <a:pt x="50" y="100"/>
                  </a:cubicBezTo>
                  <a:cubicBezTo>
                    <a:pt x="59" y="100"/>
                    <a:pt x="68" y="103"/>
                    <a:pt x="75" y="110"/>
                  </a:cubicBezTo>
                  <a:cubicBezTo>
                    <a:pt x="81" y="116"/>
                    <a:pt x="85" y="125"/>
                    <a:pt x="85" y="134"/>
                  </a:cubicBezTo>
                  <a:cubicBezTo>
                    <a:pt x="85" y="144"/>
                    <a:pt x="81" y="152"/>
                    <a:pt x="75" y="159"/>
                  </a:cubicBezTo>
                  <a:close/>
                  <a:moveTo>
                    <a:pt x="167" y="246"/>
                  </a:moveTo>
                  <a:cubicBezTo>
                    <a:pt x="167" y="246"/>
                    <a:pt x="167" y="246"/>
                    <a:pt x="167" y="246"/>
                  </a:cubicBezTo>
                  <a:cubicBezTo>
                    <a:pt x="160" y="252"/>
                    <a:pt x="152" y="256"/>
                    <a:pt x="142" y="256"/>
                  </a:cubicBezTo>
                  <a:cubicBezTo>
                    <a:pt x="133" y="256"/>
                    <a:pt x="124" y="252"/>
                    <a:pt x="118" y="246"/>
                  </a:cubicBezTo>
                  <a:cubicBezTo>
                    <a:pt x="111" y="239"/>
                    <a:pt x="108" y="230"/>
                    <a:pt x="108" y="221"/>
                  </a:cubicBezTo>
                  <a:cubicBezTo>
                    <a:pt x="108" y="212"/>
                    <a:pt x="111" y="203"/>
                    <a:pt x="118" y="197"/>
                  </a:cubicBezTo>
                  <a:cubicBezTo>
                    <a:pt x="124" y="190"/>
                    <a:pt x="133" y="186"/>
                    <a:pt x="142" y="186"/>
                  </a:cubicBezTo>
                  <a:cubicBezTo>
                    <a:pt x="152" y="186"/>
                    <a:pt x="160" y="190"/>
                    <a:pt x="167" y="197"/>
                  </a:cubicBezTo>
                  <a:cubicBezTo>
                    <a:pt x="173" y="203"/>
                    <a:pt x="177" y="212"/>
                    <a:pt x="177" y="221"/>
                  </a:cubicBezTo>
                  <a:cubicBezTo>
                    <a:pt x="177" y="230"/>
                    <a:pt x="173" y="239"/>
                    <a:pt x="167" y="246"/>
                  </a:cubicBezTo>
                  <a:close/>
                  <a:moveTo>
                    <a:pt x="200" y="136"/>
                  </a:moveTo>
                  <a:cubicBezTo>
                    <a:pt x="200" y="126"/>
                    <a:pt x="203" y="118"/>
                    <a:pt x="210" y="111"/>
                  </a:cubicBezTo>
                  <a:cubicBezTo>
                    <a:pt x="216" y="104"/>
                    <a:pt x="225" y="101"/>
                    <a:pt x="234" y="101"/>
                  </a:cubicBezTo>
                  <a:cubicBezTo>
                    <a:pt x="244" y="101"/>
                    <a:pt x="252" y="104"/>
                    <a:pt x="259" y="111"/>
                  </a:cubicBezTo>
                  <a:cubicBezTo>
                    <a:pt x="273" y="125"/>
                    <a:pt x="273" y="147"/>
                    <a:pt x="259" y="160"/>
                  </a:cubicBezTo>
                  <a:cubicBezTo>
                    <a:pt x="252" y="167"/>
                    <a:pt x="244" y="170"/>
                    <a:pt x="234" y="170"/>
                  </a:cubicBezTo>
                  <a:cubicBezTo>
                    <a:pt x="225" y="170"/>
                    <a:pt x="216" y="167"/>
                    <a:pt x="210" y="160"/>
                  </a:cubicBezTo>
                  <a:cubicBezTo>
                    <a:pt x="203" y="154"/>
                    <a:pt x="200" y="145"/>
                    <a:pt x="200" y="1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</p:grpSp>
      <p:sp>
        <p:nvSpPr>
          <p:cNvPr id="72" name="Rectangle 71">
            <a:extLst>
              <a:ext uri="{FF2B5EF4-FFF2-40B4-BE49-F238E27FC236}">
                <a16:creationId xmlns:a16="http://schemas.microsoft.com/office/drawing/2014/main" id="{FB8D3425-183D-E79B-1D4D-66CD32E2EB5F}"/>
              </a:ext>
            </a:extLst>
          </p:cNvPr>
          <p:cNvSpPr/>
          <p:nvPr/>
        </p:nvSpPr>
        <p:spPr>
          <a:xfrm>
            <a:off x="6059082" y="3136356"/>
            <a:ext cx="874982" cy="2063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1000" b="1" noProof="0">
                <a:solidFill>
                  <a:srgbClr val="0199E5"/>
                </a:solidFill>
              </a:rPr>
              <a:t>Plano de Integração (D1 &amp; PMI)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F009374D-E830-CE4C-9F2C-B6D37FF41699}"/>
              </a:ext>
            </a:extLst>
          </p:cNvPr>
          <p:cNvSpPr/>
          <p:nvPr/>
        </p:nvSpPr>
        <p:spPr>
          <a:xfrm>
            <a:off x="5411218" y="3003876"/>
            <a:ext cx="144000" cy="144000"/>
          </a:xfrm>
          <a:prstGeom prst="ellipse">
            <a:avLst/>
          </a:prstGeom>
          <a:solidFill>
            <a:srgbClr val="019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endParaRPr lang="pt-BR" sz="1200" noProof="0">
              <a:solidFill>
                <a:schemeClr val="tx1"/>
              </a:solidFill>
            </a:endParaRPr>
          </a:p>
        </p:txBody>
      </p:sp>
      <p:grpSp>
        <p:nvGrpSpPr>
          <p:cNvPr id="74" name="Group 83">
            <a:extLst>
              <a:ext uri="{FF2B5EF4-FFF2-40B4-BE49-F238E27FC236}">
                <a16:creationId xmlns:a16="http://schemas.microsoft.com/office/drawing/2014/main" id="{E026A8C8-94B3-3783-FB55-85930A18C89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249583" y="2578692"/>
            <a:ext cx="423583" cy="413955"/>
            <a:chOff x="2584" y="1926"/>
            <a:chExt cx="440" cy="430"/>
          </a:xfrm>
          <a:solidFill>
            <a:srgbClr val="0199E5"/>
          </a:solidFill>
        </p:grpSpPr>
        <p:sp>
          <p:nvSpPr>
            <p:cNvPr id="75" name="Freeform 84">
              <a:extLst>
                <a:ext uri="{FF2B5EF4-FFF2-40B4-BE49-F238E27FC236}">
                  <a16:creationId xmlns:a16="http://schemas.microsoft.com/office/drawing/2014/main" id="{4E93E52D-5FB8-555F-7FA7-2777E9CB37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49" y="2033"/>
              <a:ext cx="165" cy="162"/>
            </a:xfrm>
            <a:custGeom>
              <a:avLst/>
              <a:gdLst>
                <a:gd name="T0" fmla="*/ 54 w 108"/>
                <a:gd name="T1" fmla="*/ 108 h 108"/>
                <a:gd name="T2" fmla="*/ 0 w 108"/>
                <a:gd name="T3" fmla="*/ 54 h 108"/>
                <a:gd name="T4" fmla="*/ 54 w 108"/>
                <a:gd name="T5" fmla="*/ 0 h 108"/>
                <a:gd name="T6" fmla="*/ 108 w 108"/>
                <a:gd name="T7" fmla="*/ 54 h 108"/>
                <a:gd name="T8" fmla="*/ 54 w 108"/>
                <a:gd name="T9" fmla="*/ 108 h 108"/>
                <a:gd name="T10" fmla="*/ 54 w 108"/>
                <a:gd name="T11" fmla="*/ 12 h 108"/>
                <a:gd name="T12" fmla="*/ 12 w 108"/>
                <a:gd name="T13" fmla="*/ 54 h 108"/>
                <a:gd name="T14" fmla="*/ 54 w 108"/>
                <a:gd name="T15" fmla="*/ 96 h 108"/>
                <a:gd name="T16" fmla="*/ 96 w 108"/>
                <a:gd name="T17" fmla="*/ 54 h 108"/>
                <a:gd name="T18" fmla="*/ 54 w 108"/>
                <a:gd name="T19" fmla="*/ 12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108">
                  <a:moveTo>
                    <a:pt x="54" y="108"/>
                  </a:moveTo>
                  <a:cubicBezTo>
                    <a:pt x="24" y="108"/>
                    <a:pt x="0" y="84"/>
                    <a:pt x="0" y="54"/>
                  </a:cubicBezTo>
                  <a:cubicBezTo>
                    <a:pt x="0" y="24"/>
                    <a:pt x="24" y="0"/>
                    <a:pt x="54" y="0"/>
                  </a:cubicBezTo>
                  <a:cubicBezTo>
                    <a:pt x="84" y="0"/>
                    <a:pt x="108" y="24"/>
                    <a:pt x="108" y="54"/>
                  </a:cubicBezTo>
                  <a:cubicBezTo>
                    <a:pt x="108" y="84"/>
                    <a:pt x="84" y="108"/>
                    <a:pt x="54" y="108"/>
                  </a:cubicBezTo>
                  <a:close/>
                  <a:moveTo>
                    <a:pt x="54" y="12"/>
                  </a:moveTo>
                  <a:cubicBezTo>
                    <a:pt x="31" y="12"/>
                    <a:pt x="12" y="31"/>
                    <a:pt x="12" y="54"/>
                  </a:cubicBezTo>
                  <a:cubicBezTo>
                    <a:pt x="12" y="77"/>
                    <a:pt x="31" y="96"/>
                    <a:pt x="54" y="96"/>
                  </a:cubicBezTo>
                  <a:cubicBezTo>
                    <a:pt x="77" y="96"/>
                    <a:pt x="96" y="77"/>
                    <a:pt x="96" y="54"/>
                  </a:cubicBezTo>
                  <a:cubicBezTo>
                    <a:pt x="96" y="31"/>
                    <a:pt x="77" y="12"/>
                    <a:pt x="5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  <p:sp>
          <p:nvSpPr>
            <p:cNvPr id="76" name="Freeform 85">
              <a:extLst>
                <a:ext uri="{FF2B5EF4-FFF2-40B4-BE49-F238E27FC236}">
                  <a16:creationId xmlns:a16="http://schemas.microsoft.com/office/drawing/2014/main" id="{4977F3E3-2A40-4D93-ACC9-B7AFFD8780C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84" y="1989"/>
              <a:ext cx="73" cy="71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7" y="0"/>
                    <a:pt x="48" y="11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7" y="12"/>
                    <a:pt x="12" y="18"/>
                    <a:pt x="12" y="24"/>
                  </a:cubicBezTo>
                  <a:cubicBezTo>
                    <a:pt x="12" y="31"/>
                    <a:pt x="17" y="36"/>
                    <a:pt x="24" y="36"/>
                  </a:cubicBezTo>
                  <a:cubicBezTo>
                    <a:pt x="31" y="36"/>
                    <a:pt x="36" y="31"/>
                    <a:pt x="36" y="24"/>
                  </a:cubicBezTo>
                  <a:cubicBezTo>
                    <a:pt x="36" y="18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  <p:sp>
          <p:nvSpPr>
            <p:cNvPr id="77" name="Freeform 86">
              <a:extLst>
                <a:ext uri="{FF2B5EF4-FFF2-40B4-BE49-F238E27FC236}">
                  <a16:creationId xmlns:a16="http://schemas.microsoft.com/office/drawing/2014/main" id="{5600EE12-7123-3DA1-EB6B-1D521C74DB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51" y="1926"/>
              <a:ext cx="73" cy="72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7" y="0"/>
                    <a:pt x="48" y="11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7" y="12"/>
                    <a:pt x="12" y="18"/>
                    <a:pt x="12" y="24"/>
                  </a:cubicBezTo>
                  <a:cubicBezTo>
                    <a:pt x="12" y="31"/>
                    <a:pt x="17" y="36"/>
                    <a:pt x="24" y="36"/>
                  </a:cubicBezTo>
                  <a:cubicBezTo>
                    <a:pt x="31" y="36"/>
                    <a:pt x="36" y="31"/>
                    <a:pt x="36" y="24"/>
                  </a:cubicBezTo>
                  <a:cubicBezTo>
                    <a:pt x="36" y="18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  <p:sp>
          <p:nvSpPr>
            <p:cNvPr id="78" name="Freeform 87">
              <a:extLst>
                <a:ext uri="{FF2B5EF4-FFF2-40B4-BE49-F238E27FC236}">
                  <a16:creationId xmlns:a16="http://schemas.microsoft.com/office/drawing/2014/main" id="{18132259-03EE-5049-FFB9-CC9DB31FB7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84" y="2284"/>
              <a:ext cx="73" cy="72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7" y="0"/>
                    <a:pt x="48" y="11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7" y="12"/>
                    <a:pt x="12" y="18"/>
                    <a:pt x="12" y="24"/>
                  </a:cubicBezTo>
                  <a:cubicBezTo>
                    <a:pt x="12" y="31"/>
                    <a:pt x="17" y="36"/>
                    <a:pt x="24" y="36"/>
                  </a:cubicBezTo>
                  <a:cubicBezTo>
                    <a:pt x="31" y="36"/>
                    <a:pt x="36" y="31"/>
                    <a:pt x="36" y="24"/>
                  </a:cubicBezTo>
                  <a:cubicBezTo>
                    <a:pt x="36" y="18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  <p:sp>
          <p:nvSpPr>
            <p:cNvPr id="79" name="Freeform 88">
              <a:extLst>
                <a:ext uri="{FF2B5EF4-FFF2-40B4-BE49-F238E27FC236}">
                  <a16:creationId xmlns:a16="http://schemas.microsoft.com/office/drawing/2014/main" id="{F5E4C02D-3818-08C5-4E88-702FEE1CA5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95" y="2284"/>
              <a:ext cx="73" cy="72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7" y="0"/>
                    <a:pt x="48" y="11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7" y="12"/>
                    <a:pt x="12" y="18"/>
                    <a:pt x="12" y="24"/>
                  </a:cubicBezTo>
                  <a:cubicBezTo>
                    <a:pt x="12" y="31"/>
                    <a:pt x="17" y="36"/>
                    <a:pt x="24" y="36"/>
                  </a:cubicBezTo>
                  <a:cubicBezTo>
                    <a:pt x="31" y="36"/>
                    <a:pt x="36" y="31"/>
                    <a:pt x="36" y="24"/>
                  </a:cubicBezTo>
                  <a:cubicBezTo>
                    <a:pt x="36" y="18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  <p:sp>
          <p:nvSpPr>
            <p:cNvPr id="80" name="Freeform 89">
              <a:extLst>
                <a:ext uri="{FF2B5EF4-FFF2-40B4-BE49-F238E27FC236}">
                  <a16:creationId xmlns:a16="http://schemas.microsoft.com/office/drawing/2014/main" id="{F2D4BB3D-1B5E-31B5-C5B2-62216C7132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4" y="2159"/>
              <a:ext cx="152" cy="149"/>
            </a:xfrm>
            <a:custGeom>
              <a:avLst/>
              <a:gdLst>
                <a:gd name="T0" fmla="*/ 12 w 152"/>
                <a:gd name="T1" fmla="*/ 149 h 149"/>
                <a:gd name="T2" fmla="*/ 0 w 152"/>
                <a:gd name="T3" fmla="*/ 136 h 149"/>
                <a:gd name="T4" fmla="*/ 139 w 152"/>
                <a:gd name="T5" fmla="*/ 0 h 149"/>
                <a:gd name="T6" fmla="*/ 152 w 152"/>
                <a:gd name="T7" fmla="*/ 13 h 149"/>
                <a:gd name="T8" fmla="*/ 12 w 152"/>
                <a:gd name="T9" fmla="*/ 149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2" h="149">
                  <a:moveTo>
                    <a:pt x="12" y="149"/>
                  </a:moveTo>
                  <a:lnTo>
                    <a:pt x="0" y="136"/>
                  </a:lnTo>
                  <a:lnTo>
                    <a:pt x="139" y="0"/>
                  </a:lnTo>
                  <a:lnTo>
                    <a:pt x="152" y="13"/>
                  </a:lnTo>
                  <a:lnTo>
                    <a:pt x="12" y="1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  <p:sp>
          <p:nvSpPr>
            <p:cNvPr id="81" name="Freeform 90">
              <a:extLst>
                <a:ext uri="{FF2B5EF4-FFF2-40B4-BE49-F238E27FC236}">
                  <a16:creationId xmlns:a16="http://schemas.microsoft.com/office/drawing/2014/main" id="{000328BF-170D-5A97-27D2-BBCAAC1CE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7" y="1975"/>
              <a:ext cx="98" cy="96"/>
            </a:xfrm>
            <a:custGeom>
              <a:avLst/>
              <a:gdLst>
                <a:gd name="T0" fmla="*/ 13 w 98"/>
                <a:gd name="T1" fmla="*/ 96 h 96"/>
                <a:gd name="T2" fmla="*/ 0 w 98"/>
                <a:gd name="T3" fmla="*/ 82 h 96"/>
                <a:gd name="T4" fmla="*/ 84 w 98"/>
                <a:gd name="T5" fmla="*/ 0 h 96"/>
                <a:gd name="T6" fmla="*/ 98 w 98"/>
                <a:gd name="T7" fmla="*/ 12 h 96"/>
                <a:gd name="T8" fmla="*/ 13 w 98"/>
                <a:gd name="T9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96">
                  <a:moveTo>
                    <a:pt x="13" y="96"/>
                  </a:moveTo>
                  <a:lnTo>
                    <a:pt x="0" y="82"/>
                  </a:lnTo>
                  <a:lnTo>
                    <a:pt x="84" y="0"/>
                  </a:lnTo>
                  <a:lnTo>
                    <a:pt x="98" y="12"/>
                  </a:lnTo>
                  <a:lnTo>
                    <a:pt x="13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  <p:sp>
          <p:nvSpPr>
            <p:cNvPr id="82" name="Freeform 91">
              <a:extLst>
                <a:ext uri="{FF2B5EF4-FFF2-40B4-BE49-F238E27FC236}">
                  <a16:creationId xmlns:a16="http://schemas.microsoft.com/office/drawing/2014/main" id="{2DAF2974-3CA2-997D-0B3F-7D103968E6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2" y="2029"/>
              <a:ext cx="125" cy="66"/>
            </a:xfrm>
            <a:custGeom>
              <a:avLst/>
              <a:gdLst>
                <a:gd name="T0" fmla="*/ 119 w 125"/>
                <a:gd name="T1" fmla="*/ 66 h 66"/>
                <a:gd name="T2" fmla="*/ 0 w 125"/>
                <a:gd name="T3" fmla="*/ 16 h 66"/>
                <a:gd name="T4" fmla="*/ 7 w 125"/>
                <a:gd name="T5" fmla="*/ 0 h 66"/>
                <a:gd name="T6" fmla="*/ 125 w 125"/>
                <a:gd name="T7" fmla="*/ 49 h 66"/>
                <a:gd name="T8" fmla="*/ 119 w 125"/>
                <a:gd name="T9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5" h="66">
                  <a:moveTo>
                    <a:pt x="119" y="66"/>
                  </a:moveTo>
                  <a:lnTo>
                    <a:pt x="0" y="16"/>
                  </a:lnTo>
                  <a:lnTo>
                    <a:pt x="7" y="0"/>
                  </a:lnTo>
                  <a:lnTo>
                    <a:pt x="125" y="49"/>
                  </a:lnTo>
                  <a:lnTo>
                    <a:pt x="119" y="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  <p:sp>
          <p:nvSpPr>
            <p:cNvPr id="83" name="Freeform 92">
              <a:extLst>
                <a:ext uri="{FF2B5EF4-FFF2-40B4-BE49-F238E27FC236}">
                  <a16:creationId xmlns:a16="http://schemas.microsoft.com/office/drawing/2014/main" id="{E81DDFDB-B7D3-2262-5336-2F02DA626C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1" y="2142"/>
              <a:ext cx="74" cy="44"/>
            </a:xfrm>
            <a:custGeom>
              <a:avLst/>
              <a:gdLst>
                <a:gd name="T0" fmla="*/ 66 w 74"/>
                <a:gd name="T1" fmla="*/ 44 h 44"/>
                <a:gd name="T2" fmla="*/ 0 w 74"/>
                <a:gd name="T3" fmla="*/ 17 h 44"/>
                <a:gd name="T4" fmla="*/ 8 w 74"/>
                <a:gd name="T5" fmla="*/ 0 h 44"/>
                <a:gd name="T6" fmla="*/ 74 w 74"/>
                <a:gd name="T7" fmla="*/ 27 h 44"/>
                <a:gd name="T8" fmla="*/ 66 w 74"/>
                <a:gd name="T9" fmla="*/ 4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44">
                  <a:moveTo>
                    <a:pt x="66" y="44"/>
                  </a:moveTo>
                  <a:lnTo>
                    <a:pt x="0" y="17"/>
                  </a:lnTo>
                  <a:lnTo>
                    <a:pt x="8" y="0"/>
                  </a:lnTo>
                  <a:lnTo>
                    <a:pt x="74" y="27"/>
                  </a:lnTo>
                  <a:lnTo>
                    <a:pt x="66" y="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  <p:sp>
          <p:nvSpPr>
            <p:cNvPr id="84" name="Rectangle 93">
              <a:extLst>
                <a:ext uri="{FF2B5EF4-FFF2-40B4-BE49-F238E27FC236}">
                  <a16:creationId xmlns:a16="http://schemas.microsoft.com/office/drawing/2014/main" id="{614E542D-B234-7781-66E6-9243B93412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2" y="2186"/>
              <a:ext cx="19" cy="10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  <p:sp>
          <p:nvSpPr>
            <p:cNvPr id="85" name="Freeform 94">
              <a:extLst>
                <a:ext uri="{FF2B5EF4-FFF2-40B4-BE49-F238E27FC236}">
                  <a16:creationId xmlns:a16="http://schemas.microsoft.com/office/drawing/2014/main" id="{A5577E33-E17F-BFCE-A762-C898E464CD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51" y="2150"/>
              <a:ext cx="73" cy="72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7" y="0"/>
                    <a:pt x="48" y="11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7" y="12"/>
                    <a:pt x="12" y="18"/>
                    <a:pt x="12" y="24"/>
                  </a:cubicBezTo>
                  <a:cubicBezTo>
                    <a:pt x="12" y="31"/>
                    <a:pt x="17" y="36"/>
                    <a:pt x="24" y="36"/>
                  </a:cubicBezTo>
                  <a:cubicBezTo>
                    <a:pt x="31" y="36"/>
                    <a:pt x="36" y="31"/>
                    <a:pt x="36" y="24"/>
                  </a:cubicBezTo>
                  <a:cubicBezTo>
                    <a:pt x="36" y="18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</p:grp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55F488CF-52A7-02F5-377B-08A82799C180}"/>
              </a:ext>
            </a:extLst>
          </p:cNvPr>
          <p:cNvCxnSpPr>
            <a:cxnSpLocks/>
          </p:cNvCxnSpPr>
          <p:nvPr/>
        </p:nvCxnSpPr>
        <p:spPr>
          <a:xfrm rot="10800000">
            <a:off x="8461251" y="3910011"/>
            <a:ext cx="3312000" cy="0"/>
          </a:xfrm>
          <a:prstGeom prst="line">
            <a:avLst/>
          </a:prstGeom>
          <a:ln w="57150">
            <a:solidFill>
              <a:srgbClr val="0173AC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>
            <a:extLst>
              <a:ext uri="{FF2B5EF4-FFF2-40B4-BE49-F238E27FC236}">
                <a16:creationId xmlns:a16="http://schemas.microsoft.com/office/drawing/2014/main" id="{C8A57F93-3ECC-D489-6612-B9F85B09C573}"/>
              </a:ext>
            </a:extLst>
          </p:cNvPr>
          <p:cNvSpPr/>
          <p:nvPr/>
        </p:nvSpPr>
        <p:spPr>
          <a:xfrm>
            <a:off x="8917516" y="4025498"/>
            <a:ext cx="698470" cy="21109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1050" b="1" err="1">
                <a:solidFill>
                  <a:srgbClr val="0173AC"/>
                </a:solidFill>
              </a:rPr>
              <a:t>Cutover</a:t>
            </a:r>
            <a:r>
              <a:rPr lang="pt-BR" sz="1050" b="1">
                <a:solidFill>
                  <a:srgbClr val="0173AC"/>
                </a:solidFill>
              </a:rPr>
              <a:t> e Saída do TSA </a:t>
            </a:r>
          </a:p>
        </p:txBody>
      </p:sp>
      <p:grpSp>
        <p:nvGrpSpPr>
          <p:cNvPr id="88" name="Group 77">
            <a:extLst>
              <a:ext uri="{FF2B5EF4-FFF2-40B4-BE49-F238E27FC236}">
                <a16:creationId xmlns:a16="http://schemas.microsoft.com/office/drawing/2014/main" id="{22291107-18E5-0C0A-CA1F-66E8DA36515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037037" y="3377836"/>
            <a:ext cx="440113" cy="376228"/>
            <a:chOff x="3613" y="1954"/>
            <a:chExt cx="434" cy="371"/>
          </a:xfrm>
          <a:solidFill>
            <a:srgbClr val="0173AC"/>
          </a:solidFill>
        </p:grpSpPr>
        <p:sp>
          <p:nvSpPr>
            <p:cNvPr id="89" name="Freeform 78">
              <a:extLst>
                <a:ext uri="{FF2B5EF4-FFF2-40B4-BE49-F238E27FC236}">
                  <a16:creationId xmlns:a16="http://schemas.microsoft.com/office/drawing/2014/main" id="{19DCB326-D7CA-F486-48D0-F646081AE4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14" y="2078"/>
              <a:ext cx="343" cy="247"/>
            </a:xfrm>
            <a:custGeom>
              <a:avLst/>
              <a:gdLst>
                <a:gd name="T0" fmla="*/ 224 w 224"/>
                <a:gd name="T1" fmla="*/ 109 h 165"/>
                <a:gd name="T2" fmla="*/ 224 w 224"/>
                <a:gd name="T3" fmla="*/ 108 h 165"/>
                <a:gd name="T4" fmla="*/ 224 w 224"/>
                <a:gd name="T5" fmla="*/ 107 h 165"/>
                <a:gd name="T6" fmla="*/ 223 w 224"/>
                <a:gd name="T7" fmla="*/ 107 h 165"/>
                <a:gd name="T8" fmla="*/ 223 w 224"/>
                <a:gd name="T9" fmla="*/ 106 h 165"/>
                <a:gd name="T10" fmla="*/ 175 w 224"/>
                <a:gd name="T11" fmla="*/ 58 h 165"/>
                <a:gd name="T12" fmla="*/ 170 w 224"/>
                <a:gd name="T13" fmla="*/ 56 h 165"/>
                <a:gd name="T14" fmla="*/ 166 w 224"/>
                <a:gd name="T15" fmla="*/ 58 h 165"/>
                <a:gd name="T16" fmla="*/ 166 w 224"/>
                <a:gd name="T17" fmla="*/ 67 h 165"/>
                <a:gd name="T18" fmla="*/ 204 w 224"/>
                <a:gd name="T19" fmla="*/ 104 h 165"/>
                <a:gd name="T20" fmla="*/ 48 w 224"/>
                <a:gd name="T21" fmla="*/ 104 h 165"/>
                <a:gd name="T22" fmla="*/ 12 w 224"/>
                <a:gd name="T23" fmla="*/ 68 h 165"/>
                <a:gd name="T24" fmla="*/ 48 w 224"/>
                <a:gd name="T25" fmla="*/ 32 h 165"/>
                <a:gd name="T26" fmla="*/ 111 w 224"/>
                <a:gd name="T27" fmla="*/ 32 h 165"/>
                <a:gd name="T28" fmla="*/ 111 w 224"/>
                <a:gd name="T29" fmla="*/ 44 h 165"/>
                <a:gd name="T30" fmla="*/ 117 w 224"/>
                <a:gd name="T31" fmla="*/ 50 h 165"/>
                <a:gd name="T32" fmla="*/ 155 w 224"/>
                <a:gd name="T33" fmla="*/ 50 h 165"/>
                <a:gd name="T34" fmla="*/ 161 w 224"/>
                <a:gd name="T35" fmla="*/ 44 h 165"/>
                <a:gd name="T36" fmla="*/ 161 w 224"/>
                <a:gd name="T37" fmla="*/ 6 h 165"/>
                <a:gd name="T38" fmla="*/ 155 w 224"/>
                <a:gd name="T39" fmla="*/ 0 h 165"/>
                <a:gd name="T40" fmla="*/ 117 w 224"/>
                <a:gd name="T41" fmla="*/ 0 h 165"/>
                <a:gd name="T42" fmla="*/ 111 w 224"/>
                <a:gd name="T43" fmla="*/ 6 h 165"/>
                <a:gd name="T44" fmla="*/ 111 w 224"/>
                <a:gd name="T45" fmla="*/ 21 h 165"/>
                <a:gd name="T46" fmla="*/ 48 w 224"/>
                <a:gd name="T47" fmla="*/ 21 h 165"/>
                <a:gd name="T48" fmla="*/ 0 w 224"/>
                <a:gd name="T49" fmla="*/ 68 h 165"/>
                <a:gd name="T50" fmla="*/ 48 w 224"/>
                <a:gd name="T51" fmla="*/ 116 h 165"/>
                <a:gd name="T52" fmla="*/ 204 w 224"/>
                <a:gd name="T53" fmla="*/ 116 h 165"/>
                <a:gd name="T54" fmla="*/ 166 w 224"/>
                <a:gd name="T55" fmla="*/ 154 h 165"/>
                <a:gd name="T56" fmla="*/ 166 w 224"/>
                <a:gd name="T57" fmla="*/ 163 h 165"/>
                <a:gd name="T58" fmla="*/ 175 w 224"/>
                <a:gd name="T59" fmla="*/ 163 h 165"/>
                <a:gd name="T60" fmla="*/ 223 w 224"/>
                <a:gd name="T61" fmla="*/ 115 h 165"/>
                <a:gd name="T62" fmla="*/ 223 w 224"/>
                <a:gd name="T63" fmla="*/ 114 h 165"/>
                <a:gd name="T64" fmla="*/ 224 w 224"/>
                <a:gd name="T65" fmla="*/ 113 h 165"/>
                <a:gd name="T66" fmla="*/ 224 w 224"/>
                <a:gd name="T67" fmla="*/ 113 h 165"/>
                <a:gd name="T68" fmla="*/ 224 w 224"/>
                <a:gd name="T69" fmla="*/ 112 h 165"/>
                <a:gd name="T70" fmla="*/ 224 w 224"/>
                <a:gd name="T71" fmla="*/ 112 h 165"/>
                <a:gd name="T72" fmla="*/ 224 w 224"/>
                <a:gd name="T73" fmla="*/ 109 h 165"/>
                <a:gd name="T74" fmla="*/ 224 w 224"/>
                <a:gd name="T75" fmla="*/ 109 h 165"/>
                <a:gd name="T76" fmla="*/ 122 w 224"/>
                <a:gd name="T77" fmla="*/ 12 h 165"/>
                <a:gd name="T78" fmla="*/ 149 w 224"/>
                <a:gd name="T79" fmla="*/ 12 h 165"/>
                <a:gd name="T80" fmla="*/ 149 w 224"/>
                <a:gd name="T81" fmla="*/ 38 h 165"/>
                <a:gd name="T82" fmla="*/ 122 w 224"/>
                <a:gd name="T83" fmla="*/ 38 h 165"/>
                <a:gd name="T84" fmla="*/ 122 w 224"/>
                <a:gd name="T85" fmla="*/ 12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24" h="165">
                  <a:moveTo>
                    <a:pt x="224" y="109"/>
                  </a:moveTo>
                  <a:cubicBezTo>
                    <a:pt x="224" y="108"/>
                    <a:pt x="224" y="108"/>
                    <a:pt x="224" y="108"/>
                  </a:cubicBezTo>
                  <a:cubicBezTo>
                    <a:pt x="224" y="108"/>
                    <a:pt x="224" y="108"/>
                    <a:pt x="224" y="107"/>
                  </a:cubicBezTo>
                  <a:cubicBezTo>
                    <a:pt x="224" y="107"/>
                    <a:pt x="223" y="107"/>
                    <a:pt x="223" y="107"/>
                  </a:cubicBezTo>
                  <a:cubicBezTo>
                    <a:pt x="223" y="107"/>
                    <a:pt x="223" y="106"/>
                    <a:pt x="223" y="106"/>
                  </a:cubicBezTo>
                  <a:cubicBezTo>
                    <a:pt x="175" y="58"/>
                    <a:pt x="175" y="58"/>
                    <a:pt x="175" y="58"/>
                  </a:cubicBezTo>
                  <a:cubicBezTo>
                    <a:pt x="174" y="57"/>
                    <a:pt x="172" y="56"/>
                    <a:pt x="170" y="56"/>
                  </a:cubicBezTo>
                  <a:cubicBezTo>
                    <a:pt x="169" y="56"/>
                    <a:pt x="167" y="57"/>
                    <a:pt x="166" y="58"/>
                  </a:cubicBezTo>
                  <a:cubicBezTo>
                    <a:pt x="164" y="61"/>
                    <a:pt x="164" y="64"/>
                    <a:pt x="166" y="67"/>
                  </a:cubicBezTo>
                  <a:cubicBezTo>
                    <a:pt x="204" y="104"/>
                    <a:pt x="204" y="104"/>
                    <a:pt x="204" y="104"/>
                  </a:cubicBezTo>
                  <a:cubicBezTo>
                    <a:pt x="48" y="104"/>
                    <a:pt x="48" y="104"/>
                    <a:pt x="48" y="104"/>
                  </a:cubicBezTo>
                  <a:cubicBezTo>
                    <a:pt x="28" y="104"/>
                    <a:pt x="12" y="88"/>
                    <a:pt x="12" y="68"/>
                  </a:cubicBezTo>
                  <a:cubicBezTo>
                    <a:pt x="12" y="49"/>
                    <a:pt x="28" y="32"/>
                    <a:pt x="48" y="32"/>
                  </a:cubicBezTo>
                  <a:cubicBezTo>
                    <a:pt x="111" y="32"/>
                    <a:pt x="111" y="32"/>
                    <a:pt x="111" y="32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8"/>
                    <a:pt x="113" y="50"/>
                    <a:pt x="117" y="50"/>
                  </a:cubicBezTo>
                  <a:cubicBezTo>
                    <a:pt x="155" y="50"/>
                    <a:pt x="155" y="50"/>
                    <a:pt x="155" y="50"/>
                  </a:cubicBezTo>
                  <a:cubicBezTo>
                    <a:pt x="158" y="50"/>
                    <a:pt x="161" y="48"/>
                    <a:pt x="161" y="44"/>
                  </a:cubicBezTo>
                  <a:cubicBezTo>
                    <a:pt x="161" y="6"/>
                    <a:pt x="161" y="6"/>
                    <a:pt x="161" y="6"/>
                  </a:cubicBezTo>
                  <a:cubicBezTo>
                    <a:pt x="161" y="3"/>
                    <a:pt x="158" y="0"/>
                    <a:pt x="155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3" y="0"/>
                    <a:pt x="111" y="3"/>
                    <a:pt x="111" y="6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48" y="21"/>
                    <a:pt x="48" y="21"/>
                    <a:pt x="48" y="21"/>
                  </a:cubicBezTo>
                  <a:cubicBezTo>
                    <a:pt x="21" y="21"/>
                    <a:pt x="0" y="42"/>
                    <a:pt x="0" y="68"/>
                  </a:cubicBezTo>
                  <a:cubicBezTo>
                    <a:pt x="0" y="95"/>
                    <a:pt x="21" y="116"/>
                    <a:pt x="48" y="116"/>
                  </a:cubicBezTo>
                  <a:cubicBezTo>
                    <a:pt x="204" y="116"/>
                    <a:pt x="204" y="116"/>
                    <a:pt x="204" y="116"/>
                  </a:cubicBezTo>
                  <a:cubicBezTo>
                    <a:pt x="166" y="154"/>
                    <a:pt x="166" y="154"/>
                    <a:pt x="166" y="154"/>
                  </a:cubicBezTo>
                  <a:cubicBezTo>
                    <a:pt x="164" y="156"/>
                    <a:pt x="164" y="160"/>
                    <a:pt x="166" y="163"/>
                  </a:cubicBezTo>
                  <a:cubicBezTo>
                    <a:pt x="169" y="165"/>
                    <a:pt x="172" y="165"/>
                    <a:pt x="175" y="163"/>
                  </a:cubicBezTo>
                  <a:cubicBezTo>
                    <a:pt x="223" y="115"/>
                    <a:pt x="223" y="115"/>
                    <a:pt x="223" y="115"/>
                  </a:cubicBezTo>
                  <a:cubicBezTo>
                    <a:pt x="223" y="114"/>
                    <a:pt x="223" y="114"/>
                    <a:pt x="223" y="114"/>
                  </a:cubicBezTo>
                  <a:cubicBezTo>
                    <a:pt x="223" y="114"/>
                    <a:pt x="224" y="113"/>
                    <a:pt x="224" y="113"/>
                  </a:cubicBezTo>
                  <a:cubicBezTo>
                    <a:pt x="224" y="113"/>
                    <a:pt x="224" y="113"/>
                    <a:pt x="224" y="113"/>
                  </a:cubicBezTo>
                  <a:cubicBezTo>
                    <a:pt x="224" y="113"/>
                    <a:pt x="224" y="112"/>
                    <a:pt x="224" y="112"/>
                  </a:cubicBezTo>
                  <a:cubicBezTo>
                    <a:pt x="224" y="112"/>
                    <a:pt x="224" y="112"/>
                    <a:pt x="224" y="112"/>
                  </a:cubicBezTo>
                  <a:cubicBezTo>
                    <a:pt x="224" y="111"/>
                    <a:pt x="224" y="110"/>
                    <a:pt x="224" y="109"/>
                  </a:cubicBezTo>
                  <a:cubicBezTo>
                    <a:pt x="224" y="109"/>
                    <a:pt x="224" y="109"/>
                    <a:pt x="224" y="109"/>
                  </a:cubicBezTo>
                  <a:close/>
                  <a:moveTo>
                    <a:pt x="122" y="12"/>
                  </a:moveTo>
                  <a:cubicBezTo>
                    <a:pt x="149" y="12"/>
                    <a:pt x="149" y="12"/>
                    <a:pt x="149" y="12"/>
                  </a:cubicBezTo>
                  <a:cubicBezTo>
                    <a:pt x="149" y="38"/>
                    <a:pt x="149" y="38"/>
                    <a:pt x="149" y="38"/>
                  </a:cubicBezTo>
                  <a:cubicBezTo>
                    <a:pt x="122" y="38"/>
                    <a:pt x="122" y="38"/>
                    <a:pt x="122" y="38"/>
                  </a:cubicBezTo>
                  <a:lnTo>
                    <a:pt x="122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  <p:sp>
          <p:nvSpPr>
            <p:cNvPr id="90" name="Freeform 79">
              <a:extLst>
                <a:ext uri="{FF2B5EF4-FFF2-40B4-BE49-F238E27FC236}">
                  <a16:creationId xmlns:a16="http://schemas.microsoft.com/office/drawing/2014/main" id="{E91B70B9-C11B-E399-0245-226F06DF10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71" y="2203"/>
              <a:ext cx="76" cy="75"/>
            </a:xfrm>
            <a:custGeom>
              <a:avLst/>
              <a:gdLst>
                <a:gd name="T0" fmla="*/ 44 w 50"/>
                <a:gd name="T1" fmla="*/ 0 h 50"/>
                <a:gd name="T2" fmla="*/ 6 w 50"/>
                <a:gd name="T3" fmla="*/ 0 h 50"/>
                <a:gd name="T4" fmla="*/ 0 w 50"/>
                <a:gd name="T5" fmla="*/ 6 h 50"/>
                <a:gd name="T6" fmla="*/ 0 w 50"/>
                <a:gd name="T7" fmla="*/ 44 h 50"/>
                <a:gd name="T8" fmla="*/ 6 w 50"/>
                <a:gd name="T9" fmla="*/ 50 h 50"/>
                <a:gd name="T10" fmla="*/ 44 w 50"/>
                <a:gd name="T11" fmla="*/ 50 h 50"/>
                <a:gd name="T12" fmla="*/ 50 w 50"/>
                <a:gd name="T13" fmla="*/ 44 h 50"/>
                <a:gd name="T14" fmla="*/ 50 w 50"/>
                <a:gd name="T15" fmla="*/ 6 h 50"/>
                <a:gd name="T16" fmla="*/ 44 w 50"/>
                <a:gd name="T17" fmla="*/ 0 h 50"/>
                <a:gd name="T18" fmla="*/ 38 w 50"/>
                <a:gd name="T19" fmla="*/ 38 h 50"/>
                <a:gd name="T20" fmla="*/ 12 w 50"/>
                <a:gd name="T21" fmla="*/ 38 h 50"/>
                <a:gd name="T22" fmla="*/ 12 w 50"/>
                <a:gd name="T23" fmla="*/ 12 h 50"/>
                <a:gd name="T24" fmla="*/ 38 w 50"/>
                <a:gd name="T25" fmla="*/ 12 h 50"/>
                <a:gd name="T26" fmla="*/ 38 w 50"/>
                <a:gd name="T27" fmla="*/ 3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0" h="50">
                  <a:moveTo>
                    <a:pt x="44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47"/>
                    <a:pt x="3" y="50"/>
                    <a:pt x="6" y="50"/>
                  </a:cubicBezTo>
                  <a:cubicBezTo>
                    <a:pt x="44" y="50"/>
                    <a:pt x="44" y="50"/>
                    <a:pt x="44" y="50"/>
                  </a:cubicBezTo>
                  <a:cubicBezTo>
                    <a:pt x="48" y="50"/>
                    <a:pt x="50" y="47"/>
                    <a:pt x="50" y="44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3"/>
                    <a:pt x="48" y="0"/>
                    <a:pt x="44" y="0"/>
                  </a:cubicBezTo>
                  <a:close/>
                  <a:moveTo>
                    <a:pt x="38" y="38"/>
                  </a:moveTo>
                  <a:cubicBezTo>
                    <a:pt x="12" y="38"/>
                    <a:pt x="12" y="38"/>
                    <a:pt x="12" y="38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38" y="12"/>
                    <a:pt x="38" y="12"/>
                    <a:pt x="38" y="12"/>
                  </a:cubicBezTo>
                  <a:lnTo>
                    <a:pt x="38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  <p:sp>
          <p:nvSpPr>
            <p:cNvPr id="91" name="Freeform 80">
              <a:extLst>
                <a:ext uri="{FF2B5EF4-FFF2-40B4-BE49-F238E27FC236}">
                  <a16:creationId xmlns:a16="http://schemas.microsoft.com/office/drawing/2014/main" id="{60495393-FDDE-D2C0-BC0A-655831E9338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13" y="1954"/>
              <a:ext cx="434" cy="243"/>
            </a:xfrm>
            <a:custGeom>
              <a:avLst/>
              <a:gdLst>
                <a:gd name="T0" fmla="*/ 193 w 284"/>
                <a:gd name="T1" fmla="*/ 115 h 163"/>
                <a:gd name="T2" fmla="*/ 236 w 284"/>
                <a:gd name="T3" fmla="*/ 115 h 163"/>
                <a:gd name="T4" fmla="*/ 284 w 284"/>
                <a:gd name="T5" fmla="*/ 68 h 163"/>
                <a:gd name="T6" fmla="*/ 236 w 284"/>
                <a:gd name="T7" fmla="*/ 20 h 163"/>
                <a:gd name="T8" fmla="*/ 50 w 284"/>
                <a:gd name="T9" fmla="*/ 20 h 163"/>
                <a:gd name="T10" fmla="*/ 50 w 284"/>
                <a:gd name="T11" fmla="*/ 5 h 163"/>
                <a:gd name="T12" fmla="*/ 44 w 284"/>
                <a:gd name="T13" fmla="*/ 0 h 163"/>
                <a:gd name="T14" fmla="*/ 6 w 284"/>
                <a:gd name="T15" fmla="*/ 0 h 163"/>
                <a:gd name="T16" fmla="*/ 0 w 284"/>
                <a:gd name="T17" fmla="*/ 5 h 163"/>
                <a:gd name="T18" fmla="*/ 0 w 284"/>
                <a:gd name="T19" fmla="*/ 44 h 163"/>
                <a:gd name="T20" fmla="*/ 6 w 284"/>
                <a:gd name="T21" fmla="*/ 49 h 163"/>
                <a:gd name="T22" fmla="*/ 44 w 284"/>
                <a:gd name="T23" fmla="*/ 49 h 163"/>
                <a:gd name="T24" fmla="*/ 50 w 284"/>
                <a:gd name="T25" fmla="*/ 44 h 163"/>
                <a:gd name="T26" fmla="*/ 50 w 284"/>
                <a:gd name="T27" fmla="*/ 32 h 163"/>
                <a:gd name="T28" fmla="*/ 236 w 284"/>
                <a:gd name="T29" fmla="*/ 32 h 163"/>
                <a:gd name="T30" fmla="*/ 272 w 284"/>
                <a:gd name="T31" fmla="*/ 68 h 163"/>
                <a:gd name="T32" fmla="*/ 236 w 284"/>
                <a:gd name="T33" fmla="*/ 104 h 163"/>
                <a:gd name="T34" fmla="*/ 192 w 284"/>
                <a:gd name="T35" fmla="*/ 104 h 163"/>
                <a:gd name="T36" fmla="*/ 192 w 284"/>
                <a:gd name="T37" fmla="*/ 102 h 163"/>
                <a:gd name="T38" fmla="*/ 229 w 284"/>
                <a:gd name="T39" fmla="*/ 65 h 163"/>
                <a:gd name="T40" fmla="*/ 229 w 284"/>
                <a:gd name="T41" fmla="*/ 56 h 163"/>
                <a:gd name="T42" fmla="*/ 225 w 284"/>
                <a:gd name="T43" fmla="*/ 54 h 163"/>
                <a:gd name="T44" fmla="*/ 221 w 284"/>
                <a:gd name="T45" fmla="*/ 56 h 163"/>
                <a:gd name="T46" fmla="*/ 173 w 284"/>
                <a:gd name="T47" fmla="*/ 104 h 163"/>
                <a:gd name="T48" fmla="*/ 172 w 284"/>
                <a:gd name="T49" fmla="*/ 105 h 163"/>
                <a:gd name="T50" fmla="*/ 172 w 284"/>
                <a:gd name="T51" fmla="*/ 105 h 163"/>
                <a:gd name="T52" fmla="*/ 171 w 284"/>
                <a:gd name="T53" fmla="*/ 106 h 163"/>
                <a:gd name="T54" fmla="*/ 171 w 284"/>
                <a:gd name="T55" fmla="*/ 107 h 163"/>
                <a:gd name="T56" fmla="*/ 171 w 284"/>
                <a:gd name="T57" fmla="*/ 107 h 163"/>
                <a:gd name="T58" fmla="*/ 171 w 284"/>
                <a:gd name="T59" fmla="*/ 109 h 163"/>
                <a:gd name="T60" fmla="*/ 171 w 284"/>
                <a:gd name="T61" fmla="*/ 110 h 163"/>
                <a:gd name="T62" fmla="*/ 171 w 284"/>
                <a:gd name="T63" fmla="*/ 111 h 163"/>
                <a:gd name="T64" fmla="*/ 172 w 284"/>
                <a:gd name="T65" fmla="*/ 111 h 163"/>
                <a:gd name="T66" fmla="*/ 172 w 284"/>
                <a:gd name="T67" fmla="*/ 112 h 163"/>
                <a:gd name="T68" fmla="*/ 173 w 284"/>
                <a:gd name="T69" fmla="*/ 113 h 163"/>
                <a:gd name="T70" fmla="*/ 221 w 284"/>
                <a:gd name="T71" fmla="*/ 160 h 163"/>
                <a:gd name="T72" fmla="*/ 229 w 284"/>
                <a:gd name="T73" fmla="*/ 160 h 163"/>
                <a:gd name="T74" fmla="*/ 229 w 284"/>
                <a:gd name="T75" fmla="*/ 152 h 163"/>
                <a:gd name="T76" fmla="*/ 193 w 284"/>
                <a:gd name="T77" fmla="*/ 115 h 163"/>
                <a:gd name="T78" fmla="*/ 38 w 284"/>
                <a:gd name="T79" fmla="*/ 38 h 163"/>
                <a:gd name="T80" fmla="*/ 12 w 284"/>
                <a:gd name="T81" fmla="*/ 38 h 163"/>
                <a:gd name="T82" fmla="*/ 12 w 284"/>
                <a:gd name="T83" fmla="*/ 11 h 163"/>
                <a:gd name="T84" fmla="*/ 38 w 284"/>
                <a:gd name="T85" fmla="*/ 11 h 163"/>
                <a:gd name="T86" fmla="*/ 38 w 284"/>
                <a:gd name="T87" fmla="*/ 3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84" h="163">
                  <a:moveTo>
                    <a:pt x="193" y="115"/>
                  </a:moveTo>
                  <a:cubicBezTo>
                    <a:pt x="236" y="115"/>
                    <a:pt x="236" y="115"/>
                    <a:pt x="236" y="115"/>
                  </a:cubicBezTo>
                  <a:cubicBezTo>
                    <a:pt x="262" y="115"/>
                    <a:pt x="284" y="94"/>
                    <a:pt x="284" y="68"/>
                  </a:cubicBezTo>
                  <a:cubicBezTo>
                    <a:pt x="284" y="41"/>
                    <a:pt x="262" y="20"/>
                    <a:pt x="236" y="20"/>
                  </a:cubicBezTo>
                  <a:cubicBezTo>
                    <a:pt x="50" y="20"/>
                    <a:pt x="50" y="20"/>
                    <a:pt x="50" y="20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50" y="2"/>
                    <a:pt x="47" y="0"/>
                    <a:pt x="44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2"/>
                    <a:pt x="0" y="5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47"/>
                    <a:pt x="3" y="49"/>
                    <a:pt x="6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7" y="49"/>
                    <a:pt x="50" y="47"/>
                    <a:pt x="50" y="44"/>
                  </a:cubicBezTo>
                  <a:cubicBezTo>
                    <a:pt x="50" y="32"/>
                    <a:pt x="50" y="32"/>
                    <a:pt x="50" y="32"/>
                  </a:cubicBezTo>
                  <a:cubicBezTo>
                    <a:pt x="236" y="32"/>
                    <a:pt x="236" y="32"/>
                    <a:pt x="236" y="32"/>
                  </a:cubicBezTo>
                  <a:cubicBezTo>
                    <a:pt x="256" y="32"/>
                    <a:pt x="272" y="48"/>
                    <a:pt x="272" y="68"/>
                  </a:cubicBezTo>
                  <a:cubicBezTo>
                    <a:pt x="272" y="87"/>
                    <a:pt x="256" y="104"/>
                    <a:pt x="236" y="104"/>
                  </a:cubicBezTo>
                  <a:cubicBezTo>
                    <a:pt x="192" y="104"/>
                    <a:pt x="192" y="104"/>
                    <a:pt x="192" y="104"/>
                  </a:cubicBezTo>
                  <a:cubicBezTo>
                    <a:pt x="192" y="102"/>
                    <a:pt x="192" y="102"/>
                    <a:pt x="192" y="102"/>
                  </a:cubicBezTo>
                  <a:cubicBezTo>
                    <a:pt x="229" y="65"/>
                    <a:pt x="229" y="65"/>
                    <a:pt x="229" y="65"/>
                  </a:cubicBezTo>
                  <a:cubicBezTo>
                    <a:pt x="232" y="62"/>
                    <a:pt x="232" y="58"/>
                    <a:pt x="229" y="56"/>
                  </a:cubicBezTo>
                  <a:cubicBezTo>
                    <a:pt x="228" y="55"/>
                    <a:pt x="227" y="54"/>
                    <a:pt x="225" y="54"/>
                  </a:cubicBezTo>
                  <a:cubicBezTo>
                    <a:pt x="223" y="54"/>
                    <a:pt x="222" y="55"/>
                    <a:pt x="221" y="56"/>
                  </a:cubicBezTo>
                  <a:cubicBezTo>
                    <a:pt x="173" y="104"/>
                    <a:pt x="173" y="104"/>
                    <a:pt x="173" y="104"/>
                  </a:cubicBezTo>
                  <a:cubicBezTo>
                    <a:pt x="173" y="104"/>
                    <a:pt x="172" y="105"/>
                    <a:pt x="172" y="105"/>
                  </a:cubicBezTo>
                  <a:cubicBezTo>
                    <a:pt x="172" y="105"/>
                    <a:pt x="172" y="105"/>
                    <a:pt x="172" y="105"/>
                  </a:cubicBezTo>
                  <a:cubicBezTo>
                    <a:pt x="172" y="106"/>
                    <a:pt x="172" y="106"/>
                    <a:pt x="171" y="106"/>
                  </a:cubicBezTo>
                  <a:cubicBezTo>
                    <a:pt x="171" y="106"/>
                    <a:pt x="171" y="106"/>
                    <a:pt x="171" y="107"/>
                  </a:cubicBezTo>
                  <a:cubicBezTo>
                    <a:pt x="171" y="107"/>
                    <a:pt x="171" y="107"/>
                    <a:pt x="171" y="107"/>
                  </a:cubicBezTo>
                  <a:cubicBezTo>
                    <a:pt x="171" y="108"/>
                    <a:pt x="171" y="109"/>
                    <a:pt x="171" y="109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71" y="110"/>
                    <a:pt x="171" y="110"/>
                    <a:pt x="171" y="111"/>
                  </a:cubicBezTo>
                  <a:cubicBezTo>
                    <a:pt x="172" y="111"/>
                    <a:pt x="172" y="111"/>
                    <a:pt x="172" y="111"/>
                  </a:cubicBezTo>
                  <a:cubicBezTo>
                    <a:pt x="172" y="111"/>
                    <a:pt x="172" y="111"/>
                    <a:pt x="172" y="112"/>
                  </a:cubicBezTo>
                  <a:cubicBezTo>
                    <a:pt x="172" y="112"/>
                    <a:pt x="173" y="112"/>
                    <a:pt x="173" y="113"/>
                  </a:cubicBezTo>
                  <a:cubicBezTo>
                    <a:pt x="221" y="160"/>
                    <a:pt x="221" y="160"/>
                    <a:pt x="221" y="160"/>
                  </a:cubicBezTo>
                  <a:cubicBezTo>
                    <a:pt x="223" y="163"/>
                    <a:pt x="227" y="163"/>
                    <a:pt x="229" y="160"/>
                  </a:cubicBezTo>
                  <a:cubicBezTo>
                    <a:pt x="232" y="158"/>
                    <a:pt x="232" y="154"/>
                    <a:pt x="229" y="152"/>
                  </a:cubicBezTo>
                  <a:lnTo>
                    <a:pt x="193" y="115"/>
                  </a:lnTo>
                  <a:close/>
                  <a:moveTo>
                    <a:pt x="38" y="38"/>
                  </a:moveTo>
                  <a:cubicBezTo>
                    <a:pt x="12" y="38"/>
                    <a:pt x="12" y="38"/>
                    <a:pt x="12" y="38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38" y="11"/>
                    <a:pt x="38" y="11"/>
                    <a:pt x="38" y="11"/>
                  </a:cubicBezTo>
                  <a:lnTo>
                    <a:pt x="38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</p:grpSp>
      <p:sp>
        <p:nvSpPr>
          <p:cNvPr id="92" name="Oval 91">
            <a:extLst>
              <a:ext uri="{FF2B5EF4-FFF2-40B4-BE49-F238E27FC236}">
                <a16:creationId xmlns:a16="http://schemas.microsoft.com/office/drawing/2014/main" id="{18BE58D1-F01D-CA33-125B-571432CCC73A}"/>
              </a:ext>
            </a:extLst>
          </p:cNvPr>
          <p:cNvSpPr/>
          <p:nvPr/>
        </p:nvSpPr>
        <p:spPr>
          <a:xfrm>
            <a:off x="10071914" y="3832036"/>
            <a:ext cx="144000" cy="155948"/>
          </a:xfrm>
          <a:prstGeom prst="ellipse">
            <a:avLst/>
          </a:prstGeom>
          <a:solidFill>
            <a:srgbClr val="0173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endParaRPr lang="pt-BR" sz="1200" noProof="0">
              <a:solidFill>
                <a:schemeClr val="tx1"/>
              </a:solidFill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07416567-FEF8-B9AE-34D5-D01383892021}"/>
              </a:ext>
            </a:extLst>
          </p:cNvPr>
          <p:cNvSpPr/>
          <p:nvPr/>
        </p:nvSpPr>
        <p:spPr>
          <a:xfrm>
            <a:off x="9755867" y="4025498"/>
            <a:ext cx="740579" cy="2144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900" b="1" noProof="0" err="1">
                <a:solidFill>
                  <a:srgbClr val="0173AC"/>
                </a:solidFill>
              </a:rPr>
              <a:t>Implem</a:t>
            </a:r>
            <a:r>
              <a:rPr lang="pt-BR" sz="900" b="1" noProof="0">
                <a:solidFill>
                  <a:srgbClr val="0173AC"/>
                </a:solidFill>
              </a:rPr>
              <a:t>. do PMI e Captura de Sinergias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5C8AB8CA-04CF-B565-3320-D557589606A9}"/>
              </a:ext>
            </a:extLst>
          </p:cNvPr>
          <p:cNvSpPr/>
          <p:nvPr/>
        </p:nvSpPr>
        <p:spPr>
          <a:xfrm>
            <a:off x="9254617" y="3832036"/>
            <a:ext cx="144000" cy="155948"/>
          </a:xfrm>
          <a:prstGeom prst="ellipse">
            <a:avLst/>
          </a:prstGeom>
          <a:solidFill>
            <a:srgbClr val="0173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endParaRPr lang="pt-BR" sz="1200" noProof="0">
              <a:solidFill>
                <a:schemeClr val="tx1"/>
              </a:solidFill>
            </a:endParaRPr>
          </a:p>
        </p:txBody>
      </p:sp>
      <p:grpSp>
        <p:nvGrpSpPr>
          <p:cNvPr id="95" name="Group 33">
            <a:extLst>
              <a:ext uri="{FF2B5EF4-FFF2-40B4-BE49-F238E27FC236}">
                <a16:creationId xmlns:a16="http://schemas.microsoft.com/office/drawing/2014/main" id="{BAD964FA-4C6A-5531-74AD-F5AD8EF1DF8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996449" y="3513041"/>
            <a:ext cx="259414" cy="259413"/>
            <a:chOff x="3438" y="437"/>
            <a:chExt cx="428" cy="428"/>
          </a:xfrm>
          <a:solidFill>
            <a:srgbClr val="0173AC"/>
          </a:solidFill>
        </p:grpSpPr>
        <p:sp>
          <p:nvSpPr>
            <p:cNvPr id="96" name="Freeform 34">
              <a:extLst>
                <a:ext uri="{FF2B5EF4-FFF2-40B4-BE49-F238E27FC236}">
                  <a16:creationId xmlns:a16="http://schemas.microsoft.com/office/drawing/2014/main" id="{BD7724AC-C50E-964F-12BD-C0672CCBBD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8" y="439"/>
              <a:ext cx="427" cy="426"/>
            </a:xfrm>
            <a:custGeom>
              <a:avLst/>
              <a:gdLst>
                <a:gd name="T0" fmla="*/ 126 w 288"/>
                <a:gd name="T1" fmla="*/ 288 h 288"/>
                <a:gd name="T2" fmla="*/ 120 w 288"/>
                <a:gd name="T3" fmla="*/ 247 h 288"/>
                <a:gd name="T4" fmla="*/ 67 w 288"/>
                <a:gd name="T5" fmla="*/ 262 h 288"/>
                <a:gd name="T6" fmla="*/ 25 w 288"/>
                <a:gd name="T7" fmla="*/ 229 h 288"/>
                <a:gd name="T8" fmla="*/ 25 w 288"/>
                <a:gd name="T9" fmla="*/ 220 h 288"/>
                <a:gd name="T10" fmla="*/ 40 w 288"/>
                <a:gd name="T11" fmla="*/ 168 h 288"/>
                <a:gd name="T12" fmla="*/ 0 w 288"/>
                <a:gd name="T13" fmla="*/ 162 h 288"/>
                <a:gd name="T14" fmla="*/ 6 w 288"/>
                <a:gd name="T15" fmla="*/ 120 h 288"/>
                <a:gd name="T16" fmla="*/ 49 w 288"/>
                <a:gd name="T17" fmla="*/ 92 h 288"/>
                <a:gd name="T18" fmla="*/ 23 w 288"/>
                <a:gd name="T19" fmla="*/ 63 h 288"/>
                <a:gd name="T20" fmla="*/ 59 w 288"/>
                <a:gd name="T21" fmla="*/ 25 h 288"/>
                <a:gd name="T22" fmla="*/ 92 w 288"/>
                <a:gd name="T23" fmla="*/ 49 h 288"/>
                <a:gd name="T24" fmla="*/ 120 w 288"/>
                <a:gd name="T25" fmla="*/ 6 h 288"/>
                <a:gd name="T26" fmla="*/ 162 w 288"/>
                <a:gd name="T27" fmla="*/ 0 h 288"/>
                <a:gd name="T28" fmla="*/ 168 w 288"/>
                <a:gd name="T29" fmla="*/ 40 h 288"/>
                <a:gd name="T30" fmla="*/ 202 w 288"/>
                <a:gd name="T31" fmla="*/ 60 h 288"/>
                <a:gd name="T32" fmla="*/ 160 w 288"/>
                <a:gd name="T33" fmla="*/ 50 h 288"/>
                <a:gd name="T34" fmla="*/ 156 w 288"/>
                <a:gd name="T35" fmla="*/ 12 h 288"/>
                <a:gd name="T36" fmla="*/ 132 w 288"/>
                <a:gd name="T37" fmla="*/ 45 h 288"/>
                <a:gd name="T38" fmla="*/ 94 w 288"/>
                <a:gd name="T39" fmla="*/ 62 h 288"/>
                <a:gd name="T40" fmla="*/ 63 w 288"/>
                <a:gd name="T41" fmla="*/ 38 h 288"/>
                <a:gd name="T42" fmla="*/ 61 w 288"/>
                <a:gd name="T43" fmla="*/ 86 h 288"/>
                <a:gd name="T44" fmla="*/ 51 w 288"/>
                <a:gd name="T45" fmla="*/ 127 h 288"/>
                <a:gd name="T46" fmla="*/ 12 w 288"/>
                <a:gd name="T47" fmla="*/ 132 h 288"/>
                <a:gd name="T48" fmla="*/ 45 w 288"/>
                <a:gd name="T49" fmla="*/ 156 h 288"/>
                <a:gd name="T50" fmla="*/ 62 w 288"/>
                <a:gd name="T51" fmla="*/ 194 h 288"/>
                <a:gd name="T52" fmla="*/ 38 w 288"/>
                <a:gd name="T53" fmla="*/ 224 h 288"/>
                <a:gd name="T54" fmla="*/ 87 w 288"/>
                <a:gd name="T55" fmla="*/ 226 h 288"/>
                <a:gd name="T56" fmla="*/ 127 w 288"/>
                <a:gd name="T57" fmla="*/ 237 h 288"/>
                <a:gd name="T58" fmla="*/ 132 w 288"/>
                <a:gd name="T59" fmla="*/ 276 h 288"/>
                <a:gd name="T60" fmla="*/ 156 w 288"/>
                <a:gd name="T61" fmla="*/ 243 h 288"/>
                <a:gd name="T62" fmla="*/ 194 w 288"/>
                <a:gd name="T63" fmla="*/ 226 h 288"/>
                <a:gd name="T64" fmla="*/ 224 w 288"/>
                <a:gd name="T65" fmla="*/ 250 h 288"/>
                <a:gd name="T66" fmla="*/ 227 w 288"/>
                <a:gd name="T67" fmla="*/ 201 h 288"/>
                <a:gd name="T68" fmla="*/ 237 w 288"/>
                <a:gd name="T69" fmla="*/ 160 h 288"/>
                <a:gd name="T70" fmla="*/ 276 w 288"/>
                <a:gd name="T71" fmla="*/ 156 h 288"/>
                <a:gd name="T72" fmla="*/ 243 w 288"/>
                <a:gd name="T73" fmla="*/ 132 h 288"/>
                <a:gd name="T74" fmla="*/ 231 w 288"/>
                <a:gd name="T75" fmla="*/ 107 h 288"/>
                <a:gd name="T76" fmla="*/ 243 w 288"/>
                <a:gd name="T77" fmla="*/ 103 h 288"/>
                <a:gd name="T78" fmla="*/ 282 w 288"/>
                <a:gd name="T79" fmla="*/ 120 h 288"/>
                <a:gd name="T80" fmla="*/ 288 w 288"/>
                <a:gd name="T81" fmla="*/ 162 h 288"/>
                <a:gd name="T82" fmla="*/ 248 w 288"/>
                <a:gd name="T83" fmla="*/ 168 h 288"/>
                <a:gd name="T84" fmla="*/ 263 w 288"/>
                <a:gd name="T85" fmla="*/ 220 h 288"/>
                <a:gd name="T86" fmla="*/ 229 w 288"/>
                <a:gd name="T87" fmla="*/ 262 h 288"/>
                <a:gd name="T88" fmla="*/ 196 w 288"/>
                <a:gd name="T89" fmla="*/ 238 h 288"/>
                <a:gd name="T90" fmla="*/ 168 w 288"/>
                <a:gd name="T91" fmla="*/ 282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88" h="288">
                  <a:moveTo>
                    <a:pt x="162" y="288"/>
                  </a:moveTo>
                  <a:cubicBezTo>
                    <a:pt x="126" y="288"/>
                    <a:pt x="126" y="288"/>
                    <a:pt x="126" y="288"/>
                  </a:cubicBezTo>
                  <a:cubicBezTo>
                    <a:pt x="123" y="288"/>
                    <a:pt x="120" y="285"/>
                    <a:pt x="120" y="282"/>
                  </a:cubicBezTo>
                  <a:cubicBezTo>
                    <a:pt x="120" y="247"/>
                    <a:pt x="120" y="247"/>
                    <a:pt x="120" y="247"/>
                  </a:cubicBezTo>
                  <a:cubicBezTo>
                    <a:pt x="110" y="245"/>
                    <a:pt x="100" y="242"/>
                    <a:pt x="92" y="238"/>
                  </a:cubicBezTo>
                  <a:cubicBezTo>
                    <a:pt x="67" y="262"/>
                    <a:pt x="67" y="262"/>
                    <a:pt x="67" y="262"/>
                  </a:cubicBezTo>
                  <a:cubicBezTo>
                    <a:pt x="65" y="265"/>
                    <a:pt x="61" y="265"/>
                    <a:pt x="59" y="262"/>
                  </a:cubicBezTo>
                  <a:cubicBezTo>
                    <a:pt x="25" y="229"/>
                    <a:pt x="25" y="229"/>
                    <a:pt x="25" y="229"/>
                  </a:cubicBezTo>
                  <a:cubicBezTo>
                    <a:pt x="24" y="227"/>
                    <a:pt x="23" y="226"/>
                    <a:pt x="23" y="224"/>
                  </a:cubicBezTo>
                  <a:cubicBezTo>
                    <a:pt x="23" y="223"/>
                    <a:pt x="24" y="221"/>
                    <a:pt x="25" y="220"/>
                  </a:cubicBezTo>
                  <a:cubicBezTo>
                    <a:pt x="49" y="196"/>
                    <a:pt x="49" y="196"/>
                    <a:pt x="49" y="196"/>
                  </a:cubicBezTo>
                  <a:cubicBezTo>
                    <a:pt x="46" y="188"/>
                    <a:pt x="43" y="177"/>
                    <a:pt x="40" y="168"/>
                  </a:cubicBezTo>
                  <a:cubicBezTo>
                    <a:pt x="6" y="168"/>
                    <a:pt x="6" y="168"/>
                    <a:pt x="6" y="168"/>
                  </a:cubicBezTo>
                  <a:cubicBezTo>
                    <a:pt x="3" y="168"/>
                    <a:pt x="0" y="165"/>
                    <a:pt x="0" y="162"/>
                  </a:cubicBezTo>
                  <a:cubicBezTo>
                    <a:pt x="0" y="126"/>
                    <a:pt x="0" y="126"/>
                    <a:pt x="0" y="126"/>
                  </a:cubicBezTo>
                  <a:cubicBezTo>
                    <a:pt x="0" y="122"/>
                    <a:pt x="3" y="120"/>
                    <a:pt x="6" y="120"/>
                  </a:cubicBezTo>
                  <a:cubicBezTo>
                    <a:pt x="40" y="120"/>
                    <a:pt x="40" y="120"/>
                    <a:pt x="40" y="120"/>
                  </a:cubicBezTo>
                  <a:cubicBezTo>
                    <a:pt x="43" y="110"/>
                    <a:pt x="46" y="100"/>
                    <a:pt x="49" y="92"/>
                  </a:cubicBezTo>
                  <a:cubicBezTo>
                    <a:pt x="25" y="67"/>
                    <a:pt x="25" y="67"/>
                    <a:pt x="25" y="67"/>
                  </a:cubicBezTo>
                  <a:cubicBezTo>
                    <a:pt x="24" y="66"/>
                    <a:pt x="23" y="65"/>
                    <a:pt x="23" y="63"/>
                  </a:cubicBezTo>
                  <a:cubicBezTo>
                    <a:pt x="23" y="61"/>
                    <a:pt x="24" y="60"/>
                    <a:pt x="25" y="59"/>
                  </a:cubicBezTo>
                  <a:cubicBezTo>
                    <a:pt x="59" y="25"/>
                    <a:pt x="59" y="25"/>
                    <a:pt x="59" y="25"/>
                  </a:cubicBezTo>
                  <a:cubicBezTo>
                    <a:pt x="61" y="23"/>
                    <a:pt x="65" y="23"/>
                    <a:pt x="67" y="25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100" y="45"/>
                    <a:pt x="110" y="42"/>
                    <a:pt x="120" y="40"/>
                  </a:cubicBezTo>
                  <a:cubicBezTo>
                    <a:pt x="120" y="6"/>
                    <a:pt x="120" y="6"/>
                    <a:pt x="120" y="6"/>
                  </a:cubicBezTo>
                  <a:cubicBezTo>
                    <a:pt x="120" y="2"/>
                    <a:pt x="123" y="0"/>
                    <a:pt x="126" y="0"/>
                  </a:cubicBezTo>
                  <a:cubicBezTo>
                    <a:pt x="162" y="0"/>
                    <a:pt x="162" y="0"/>
                    <a:pt x="162" y="0"/>
                  </a:cubicBezTo>
                  <a:cubicBezTo>
                    <a:pt x="165" y="0"/>
                    <a:pt x="168" y="2"/>
                    <a:pt x="168" y="6"/>
                  </a:cubicBezTo>
                  <a:cubicBezTo>
                    <a:pt x="168" y="40"/>
                    <a:pt x="168" y="40"/>
                    <a:pt x="168" y="40"/>
                  </a:cubicBezTo>
                  <a:cubicBezTo>
                    <a:pt x="179" y="43"/>
                    <a:pt x="192" y="47"/>
                    <a:pt x="200" y="52"/>
                  </a:cubicBezTo>
                  <a:cubicBezTo>
                    <a:pt x="203" y="53"/>
                    <a:pt x="204" y="57"/>
                    <a:pt x="202" y="60"/>
                  </a:cubicBezTo>
                  <a:cubicBezTo>
                    <a:pt x="200" y="63"/>
                    <a:pt x="197" y="63"/>
                    <a:pt x="194" y="62"/>
                  </a:cubicBezTo>
                  <a:cubicBezTo>
                    <a:pt x="186" y="57"/>
                    <a:pt x="171" y="53"/>
                    <a:pt x="160" y="50"/>
                  </a:cubicBezTo>
                  <a:cubicBezTo>
                    <a:pt x="158" y="50"/>
                    <a:pt x="156" y="47"/>
                    <a:pt x="156" y="45"/>
                  </a:cubicBezTo>
                  <a:cubicBezTo>
                    <a:pt x="156" y="12"/>
                    <a:pt x="156" y="12"/>
                    <a:pt x="156" y="12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7"/>
                    <a:pt x="130" y="50"/>
                    <a:pt x="127" y="50"/>
                  </a:cubicBezTo>
                  <a:cubicBezTo>
                    <a:pt x="117" y="53"/>
                    <a:pt x="102" y="57"/>
                    <a:pt x="94" y="62"/>
                  </a:cubicBezTo>
                  <a:cubicBezTo>
                    <a:pt x="92" y="63"/>
                    <a:pt x="89" y="63"/>
                    <a:pt x="87" y="61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61" y="86"/>
                    <a:pt x="61" y="86"/>
                    <a:pt x="61" y="86"/>
                  </a:cubicBezTo>
                  <a:cubicBezTo>
                    <a:pt x="63" y="88"/>
                    <a:pt x="63" y="91"/>
                    <a:pt x="62" y="94"/>
                  </a:cubicBezTo>
                  <a:cubicBezTo>
                    <a:pt x="57" y="103"/>
                    <a:pt x="52" y="120"/>
                    <a:pt x="51" y="127"/>
                  </a:cubicBezTo>
                  <a:cubicBezTo>
                    <a:pt x="50" y="130"/>
                    <a:pt x="48" y="132"/>
                    <a:pt x="45" y="132"/>
                  </a:cubicBezTo>
                  <a:cubicBezTo>
                    <a:pt x="12" y="132"/>
                    <a:pt x="12" y="132"/>
                    <a:pt x="12" y="132"/>
                  </a:cubicBezTo>
                  <a:cubicBezTo>
                    <a:pt x="12" y="156"/>
                    <a:pt x="12" y="156"/>
                    <a:pt x="12" y="156"/>
                  </a:cubicBezTo>
                  <a:cubicBezTo>
                    <a:pt x="45" y="156"/>
                    <a:pt x="45" y="156"/>
                    <a:pt x="45" y="156"/>
                  </a:cubicBezTo>
                  <a:cubicBezTo>
                    <a:pt x="48" y="156"/>
                    <a:pt x="50" y="158"/>
                    <a:pt x="51" y="160"/>
                  </a:cubicBezTo>
                  <a:cubicBezTo>
                    <a:pt x="52" y="167"/>
                    <a:pt x="57" y="185"/>
                    <a:pt x="62" y="194"/>
                  </a:cubicBezTo>
                  <a:cubicBezTo>
                    <a:pt x="63" y="196"/>
                    <a:pt x="63" y="199"/>
                    <a:pt x="61" y="201"/>
                  </a:cubicBezTo>
                  <a:cubicBezTo>
                    <a:pt x="38" y="224"/>
                    <a:pt x="38" y="224"/>
                    <a:pt x="38" y="224"/>
                  </a:cubicBezTo>
                  <a:cubicBezTo>
                    <a:pt x="63" y="250"/>
                    <a:pt x="63" y="250"/>
                    <a:pt x="63" y="250"/>
                  </a:cubicBezTo>
                  <a:cubicBezTo>
                    <a:pt x="87" y="226"/>
                    <a:pt x="87" y="226"/>
                    <a:pt x="87" y="226"/>
                  </a:cubicBezTo>
                  <a:cubicBezTo>
                    <a:pt x="88" y="224"/>
                    <a:pt x="92" y="224"/>
                    <a:pt x="94" y="226"/>
                  </a:cubicBezTo>
                  <a:cubicBezTo>
                    <a:pt x="103" y="231"/>
                    <a:pt x="121" y="235"/>
                    <a:pt x="127" y="237"/>
                  </a:cubicBezTo>
                  <a:cubicBezTo>
                    <a:pt x="130" y="238"/>
                    <a:pt x="132" y="240"/>
                    <a:pt x="132" y="243"/>
                  </a:cubicBezTo>
                  <a:cubicBezTo>
                    <a:pt x="132" y="276"/>
                    <a:pt x="132" y="276"/>
                    <a:pt x="132" y="276"/>
                  </a:cubicBezTo>
                  <a:cubicBezTo>
                    <a:pt x="156" y="276"/>
                    <a:pt x="156" y="276"/>
                    <a:pt x="156" y="276"/>
                  </a:cubicBezTo>
                  <a:cubicBezTo>
                    <a:pt x="156" y="243"/>
                    <a:pt x="156" y="243"/>
                    <a:pt x="156" y="243"/>
                  </a:cubicBezTo>
                  <a:cubicBezTo>
                    <a:pt x="156" y="240"/>
                    <a:pt x="158" y="238"/>
                    <a:pt x="160" y="237"/>
                  </a:cubicBezTo>
                  <a:cubicBezTo>
                    <a:pt x="167" y="235"/>
                    <a:pt x="185" y="231"/>
                    <a:pt x="194" y="226"/>
                  </a:cubicBezTo>
                  <a:cubicBezTo>
                    <a:pt x="196" y="224"/>
                    <a:pt x="199" y="224"/>
                    <a:pt x="201" y="226"/>
                  </a:cubicBezTo>
                  <a:cubicBezTo>
                    <a:pt x="224" y="250"/>
                    <a:pt x="224" y="250"/>
                    <a:pt x="224" y="250"/>
                  </a:cubicBezTo>
                  <a:cubicBezTo>
                    <a:pt x="250" y="224"/>
                    <a:pt x="250" y="224"/>
                    <a:pt x="250" y="224"/>
                  </a:cubicBezTo>
                  <a:cubicBezTo>
                    <a:pt x="227" y="201"/>
                    <a:pt x="227" y="201"/>
                    <a:pt x="227" y="201"/>
                  </a:cubicBezTo>
                  <a:cubicBezTo>
                    <a:pt x="225" y="199"/>
                    <a:pt x="224" y="196"/>
                    <a:pt x="226" y="194"/>
                  </a:cubicBezTo>
                  <a:cubicBezTo>
                    <a:pt x="231" y="185"/>
                    <a:pt x="235" y="167"/>
                    <a:pt x="237" y="160"/>
                  </a:cubicBezTo>
                  <a:cubicBezTo>
                    <a:pt x="238" y="158"/>
                    <a:pt x="240" y="156"/>
                    <a:pt x="243" y="156"/>
                  </a:cubicBezTo>
                  <a:cubicBezTo>
                    <a:pt x="276" y="156"/>
                    <a:pt x="276" y="156"/>
                    <a:pt x="276" y="156"/>
                  </a:cubicBezTo>
                  <a:cubicBezTo>
                    <a:pt x="276" y="132"/>
                    <a:pt x="276" y="132"/>
                    <a:pt x="276" y="132"/>
                  </a:cubicBezTo>
                  <a:cubicBezTo>
                    <a:pt x="243" y="132"/>
                    <a:pt x="243" y="132"/>
                    <a:pt x="243" y="132"/>
                  </a:cubicBezTo>
                  <a:cubicBezTo>
                    <a:pt x="240" y="132"/>
                    <a:pt x="238" y="130"/>
                    <a:pt x="237" y="127"/>
                  </a:cubicBezTo>
                  <a:cubicBezTo>
                    <a:pt x="236" y="121"/>
                    <a:pt x="234" y="114"/>
                    <a:pt x="231" y="107"/>
                  </a:cubicBezTo>
                  <a:cubicBezTo>
                    <a:pt x="230" y="103"/>
                    <a:pt x="232" y="100"/>
                    <a:pt x="235" y="99"/>
                  </a:cubicBezTo>
                  <a:cubicBezTo>
                    <a:pt x="238" y="98"/>
                    <a:pt x="242" y="100"/>
                    <a:pt x="243" y="103"/>
                  </a:cubicBezTo>
                  <a:cubicBezTo>
                    <a:pt x="245" y="108"/>
                    <a:pt x="246" y="114"/>
                    <a:pt x="248" y="120"/>
                  </a:cubicBezTo>
                  <a:cubicBezTo>
                    <a:pt x="282" y="120"/>
                    <a:pt x="282" y="120"/>
                    <a:pt x="282" y="120"/>
                  </a:cubicBezTo>
                  <a:cubicBezTo>
                    <a:pt x="285" y="120"/>
                    <a:pt x="288" y="122"/>
                    <a:pt x="288" y="126"/>
                  </a:cubicBezTo>
                  <a:cubicBezTo>
                    <a:pt x="288" y="162"/>
                    <a:pt x="288" y="162"/>
                    <a:pt x="288" y="162"/>
                  </a:cubicBezTo>
                  <a:cubicBezTo>
                    <a:pt x="288" y="165"/>
                    <a:pt x="285" y="168"/>
                    <a:pt x="282" y="168"/>
                  </a:cubicBezTo>
                  <a:cubicBezTo>
                    <a:pt x="248" y="168"/>
                    <a:pt x="248" y="168"/>
                    <a:pt x="248" y="168"/>
                  </a:cubicBezTo>
                  <a:cubicBezTo>
                    <a:pt x="245" y="177"/>
                    <a:pt x="242" y="188"/>
                    <a:pt x="238" y="196"/>
                  </a:cubicBezTo>
                  <a:cubicBezTo>
                    <a:pt x="263" y="220"/>
                    <a:pt x="263" y="220"/>
                    <a:pt x="263" y="220"/>
                  </a:cubicBezTo>
                  <a:cubicBezTo>
                    <a:pt x="265" y="222"/>
                    <a:pt x="265" y="226"/>
                    <a:pt x="263" y="229"/>
                  </a:cubicBezTo>
                  <a:cubicBezTo>
                    <a:pt x="229" y="262"/>
                    <a:pt x="229" y="262"/>
                    <a:pt x="229" y="262"/>
                  </a:cubicBezTo>
                  <a:cubicBezTo>
                    <a:pt x="226" y="265"/>
                    <a:pt x="223" y="265"/>
                    <a:pt x="220" y="262"/>
                  </a:cubicBezTo>
                  <a:cubicBezTo>
                    <a:pt x="196" y="238"/>
                    <a:pt x="196" y="238"/>
                    <a:pt x="196" y="238"/>
                  </a:cubicBezTo>
                  <a:cubicBezTo>
                    <a:pt x="188" y="242"/>
                    <a:pt x="177" y="245"/>
                    <a:pt x="168" y="247"/>
                  </a:cubicBezTo>
                  <a:cubicBezTo>
                    <a:pt x="168" y="282"/>
                    <a:pt x="168" y="282"/>
                    <a:pt x="168" y="282"/>
                  </a:cubicBezTo>
                  <a:cubicBezTo>
                    <a:pt x="168" y="285"/>
                    <a:pt x="165" y="288"/>
                    <a:pt x="162" y="28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  <p:sp>
          <p:nvSpPr>
            <p:cNvPr id="97" name="Freeform 35">
              <a:extLst>
                <a:ext uri="{FF2B5EF4-FFF2-40B4-BE49-F238E27FC236}">
                  <a16:creationId xmlns:a16="http://schemas.microsoft.com/office/drawing/2014/main" id="{EC890F6A-10A9-3CE1-D224-DE0FF87CA5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7" y="437"/>
              <a:ext cx="299" cy="265"/>
            </a:xfrm>
            <a:custGeom>
              <a:avLst/>
              <a:gdLst>
                <a:gd name="T0" fmla="*/ 61 w 202"/>
                <a:gd name="T1" fmla="*/ 179 h 179"/>
                <a:gd name="T2" fmla="*/ 56 w 202"/>
                <a:gd name="T3" fmla="*/ 177 h 179"/>
                <a:gd name="T4" fmla="*/ 3 w 202"/>
                <a:gd name="T5" fmla="*/ 124 h 179"/>
                <a:gd name="T6" fmla="*/ 3 w 202"/>
                <a:gd name="T7" fmla="*/ 115 h 179"/>
                <a:gd name="T8" fmla="*/ 11 w 202"/>
                <a:gd name="T9" fmla="*/ 115 h 179"/>
                <a:gd name="T10" fmla="*/ 60 w 202"/>
                <a:gd name="T11" fmla="*/ 164 h 179"/>
                <a:gd name="T12" fmla="*/ 190 w 202"/>
                <a:gd name="T13" fmla="*/ 3 h 179"/>
                <a:gd name="T14" fmla="*/ 199 w 202"/>
                <a:gd name="T15" fmla="*/ 2 h 179"/>
                <a:gd name="T16" fmla="*/ 200 w 202"/>
                <a:gd name="T17" fmla="*/ 10 h 179"/>
                <a:gd name="T18" fmla="*/ 65 w 202"/>
                <a:gd name="T19" fmla="*/ 177 h 179"/>
                <a:gd name="T20" fmla="*/ 61 w 202"/>
                <a:gd name="T21" fmla="*/ 179 h 179"/>
                <a:gd name="T22" fmla="*/ 61 w 202"/>
                <a:gd name="T23" fmla="*/ 179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2" h="179">
                  <a:moveTo>
                    <a:pt x="61" y="179"/>
                  </a:moveTo>
                  <a:cubicBezTo>
                    <a:pt x="59" y="179"/>
                    <a:pt x="57" y="179"/>
                    <a:pt x="56" y="177"/>
                  </a:cubicBezTo>
                  <a:cubicBezTo>
                    <a:pt x="3" y="124"/>
                    <a:pt x="3" y="124"/>
                    <a:pt x="3" y="124"/>
                  </a:cubicBezTo>
                  <a:cubicBezTo>
                    <a:pt x="0" y="121"/>
                    <a:pt x="0" y="118"/>
                    <a:pt x="3" y="115"/>
                  </a:cubicBezTo>
                  <a:cubicBezTo>
                    <a:pt x="5" y="113"/>
                    <a:pt x="9" y="113"/>
                    <a:pt x="11" y="115"/>
                  </a:cubicBezTo>
                  <a:cubicBezTo>
                    <a:pt x="60" y="164"/>
                    <a:pt x="60" y="164"/>
                    <a:pt x="60" y="164"/>
                  </a:cubicBezTo>
                  <a:cubicBezTo>
                    <a:pt x="190" y="3"/>
                    <a:pt x="190" y="3"/>
                    <a:pt x="190" y="3"/>
                  </a:cubicBezTo>
                  <a:cubicBezTo>
                    <a:pt x="192" y="0"/>
                    <a:pt x="196" y="0"/>
                    <a:pt x="199" y="2"/>
                  </a:cubicBezTo>
                  <a:cubicBezTo>
                    <a:pt x="201" y="4"/>
                    <a:pt x="202" y="8"/>
                    <a:pt x="200" y="10"/>
                  </a:cubicBezTo>
                  <a:cubicBezTo>
                    <a:pt x="65" y="177"/>
                    <a:pt x="65" y="177"/>
                    <a:pt x="65" y="177"/>
                  </a:cubicBezTo>
                  <a:cubicBezTo>
                    <a:pt x="64" y="178"/>
                    <a:pt x="63" y="179"/>
                    <a:pt x="61" y="179"/>
                  </a:cubicBezTo>
                  <a:cubicBezTo>
                    <a:pt x="61" y="179"/>
                    <a:pt x="61" y="179"/>
                    <a:pt x="61" y="17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</p:grpSp>
      <p:sp>
        <p:nvSpPr>
          <p:cNvPr id="98" name="Rectangle 97">
            <a:extLst>
              <a:ext uri="{FF2B5EF4-FFF2-40B4-BE49-F238E27FC236}">
                <a16:creationId xmlns:a16="http://schemas.microsoft.com/office/drawing/2014/main" id="{598F1436-9454-10F8-72C3-5C6D23037E47}"/>
              </a:ext>
            </a:extLst>
          </p:cNvPr>
          <p:cNvSpPr/>
          <p:nvPr/>
        </p:nvSpPr>
        <p:spPr>
          <a:xfrm>
            <a:off x="8079164" y="4025498"/>
            <a:ext cx="740579" cy="21109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1050" b="1" noProof="0">
                <a:solidFill>
                  <a:srgbClr val="0173AC"/>
                </a:solidFill>
              </a:rPr>
              <a:t>Tomada de controle (D1 - D100)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4D08CB49-F55F-C5C4-ED58-64AB54D5A5F5}"/>
              </a:ext>
            </a:extLst>
          </p:cNvPr>
          <p:cNvSpPr/>
          <p:nvPr/>
        </p:nvSpPr>
        <p:spPr>
          <a:xfrm>
            <a:off x="8416266" y="3832036"/>
            <a:ext cx="144000" cy="155948"/>
          </a:xfrm>
          <a:prstGeom prst="ellipse">
            <a:avLst/>
          </a:prstGeom>
          <a:solidFill>
            <a:srgbClr val="0173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endParaRPr lang="pt-BR" sz="1200" noProof="0">
              <a:solidFill>
                <a:schemeClr val="tx1"/>
              </a:solidFill>
            </a:endParaRPr>
          </a:p>
        </p:txBody>
      </p:sp>
      <p:grpSp>
        <p:nvGrpSpPr>
          <p:cNvPr id="100" name="Group 45">
            <a:extLst>
              <a:ext uri="{FF2B5EF4-FFF2-40B4-BE49-F238E27FC236}">
                <a16:creationId xmlns:a16="http://schemas.microsoft.com/office/drawing/2014/main" id="{89824C82-1B63-6139-DE5C-5DFFAC106BC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262655" y="3332329"/>
            <a:ext cx="444752" cy="444752"/>
            <a:chOff x="5507" y="439"/>
            <a:chExt cx="426" cy="426"/>
          </a:xfrm>
          <a:solidFill>
            <a:srgbClr val="0173AC"/>
          </a:solidFill>
        </p:grpSpPr>
        <p:sp>
          <p:nvSpPr>
            <p:cNvPr id="101" name="Freeform 46">
              <a:extLst>
                <a:ext uri="{FF2B5EF4-FFF2-40B4-BE49-F238E27FC236}">
                  <a16:creationId xmlns:a16="http://schemas.microsoft.com/office/drawing/2014/main" id="{7FA4A472-7CAA-81E0-2A06-C01C7384A4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6" y="652"/>
              <a:ext cx="124" cy="124"/>
            </a:xfrm>
            <a:custGeom>
              <a:avLst/>
              <a:gdLst>
                <a:gd name="T0" fmla="*/ 42 w 84"/>
                <a:gd name="T1" fmla="*/ 84 h 84"/>
                <a:gd name="T2" fmla="*/ 0 w 84"/>
                <a:gd name="T3" fmla="*/ 42 h 84"/>
                <a:gd name="T4" fmla="*/ 42 w 84"/>
                <a:gd name="T5" fmla="*/ 0 h 84"/>
                <a:gd name="T6" fmla="*/ 84 w 84"/>
                <a:gd name="T7" fmla="*/ 42 h 84"/>
                <a:gd name="T8" fmla="*/ 42 w 84"/>
                <a:gd name="T9" fmla="*/ 84 h 84"/>
                <a:gd name="T10" fmla="*/ 42 w 84"/>
                <a:gd name="T11" fmla="*/ 12 h 84"/>
                <a:gd name="T12" fmla="*/ 12 w 84"/>
                <a:gd name="T13" fmla="*/ 42 h 84"/>
                <a:gd name="T14" fmla="*/ 42 w 84"/>
                <a:gd name="T15" fmla="*/ 72 h 84"/>
                <a:gd name="T16" fmla="*/ 72 w 84"/>
                <a:gd name="T17" fmla="*/ 42 h 84"/>
                <a:gd name="T18" fmla="*/ 42 w 84"/>
                <a:gd name="T19" fmla="*/ 1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4" h="84">
                  <a:moveTo>
                    <a:pt x="42" y="84"/>
                  </a:moveTo>
                  <a:cubicBezTo>
                    <a:pt x="19" y="84"/>
                    <a:pt x="0" y="65"/>
                    <a:pt x="0" y="42"/>
                  </a:cubicBezTo>
                  <a:cubicBezTo>
                    <a:pt x="0" y="18"/>
                    <a:pt x="19" y="0"/>
                    <a:pt x="42" y="0"/>
                  </a:cubicBezTo>
                  <a:cubicBezTo>
                    <a:pt x="66" y="0"/>
                    <a:pt x="84" y="18"/>
                    <a:pt x="84" y="42"/>
                  </a:cubicBezTo>
                  <a:cubicBezTo>
                    <a:pt x="84" y="65"/>
                    <a:pt x="66" y="84"/>
                    <a:pt x="42" y="84"/>
                  </a:cubicBezTo>
                  <a:close/>
                  <a:moveTo>
                    <a:pt x="42" y="12"/>
                  </a:moveTo>
                  <a:cubicBezTo>
                    <a:pt x="26" y="12"/>
                    <a:pt x="12" y="25"/>
                    <a:pt x="12" y="42"/>
                  </a:cubicBezTo>
                  <a:cubicBezTo>
                    <a:pt x="12" y="58"/>
                    <a:pt x="26" y="72"/>
                    <a:pt x="42" y="72"/>
                  </a:cubicBezTo>
                  <a:cubicBezTo>
                    <a:pt x="59" y="72"/>
                    <a:pt x="72" y="58"/>
                    <a:pt x="72" y="42"/>
                  </a:cubicBezTo>
                  <a:cubicBezTo>
                    <a:pt x="72" y="25"/>
                    <a:pt x="59" y="12"/>
                    <a:pt x="4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  <p:sp>
          <p:nvSpPr>
            <p:cNvPr id="102" name="Freeform 47">
              <a:extLst>
                <a:ext uri="{FF2B5EF4-FFF2-40B4-BE49-F238E27FC236}">
                  <a16:creationId xmlns:a16="http://schemas.microsoft.com/office/drawing/2014/main" id="{7BE0EAB7-1D73-2736-C520-FC21FFED5F9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09" y="492"/>
              <a:ext cx="71" cy="71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0"/>
                    <a:pt x="11" y="0"/>
                    <a:pt x="24" y="0"/>
                  </a:cubicBezTo>
                  <a:cubicBezTo>
                    <a:pt x="38" y="0"/>
                    <a:pt x="48" y="10"/>
                    <a:pt x="48" y="24"/>
                  </a:cubicBezTo>
                  <a:cubicBezTo>
                    <a:pt x="48" y="37"/>
                    <a:pt x="38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8" y="12"/>
                    <a:pt x="12" y="17"/>
                    <a:pt x="12" y="24"/>
                  </a:cubicBezTo>
                  <a:cubicBezTo>
                    <a:pt x="12" y="30"/>
                    <a:pt x="18" y="36"/>
                    <a:pt x="24" y="36"/>
                  </a:cubicBezTo>
                  <a:cubicBezTo>
                    <a:pt x="31" y="36"/>
                    <a:pt x="36" y="30"/>
                    <a:pt x="36" y="24"/>
                  </a:cubicBezTo>
                  <a:cubicBezTo>
                    <a:pt x="36" y="17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  <p:sp>
          <p:nvSpPr>
            <p:cNvPr id="103" name="Freeform 48">
              <a:extLst>
                <a:ext uri="{FF2B5EF4-FFF2-40B4-BE49-F238E27FC236}">
                  <a16:creationId xmlns:a16="http://schemas.microsoft.com/office/drawing/2014/main" id="{EB1B76E1-B249-7A50-727E-C0B799DAF4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07" y="563"/>
              <a:ext cx="302" cy="302"/>
            </a:xfrm>
            <a:custGeom>
              <a:avLst/>
              <a:gdLst>
                <a:gd name="T0" fmla="*/ 79 w 204"/>
                <a:gd name="T1" fmla="*/ 204 h 204"/>
                <a:gd name="T2" fmla="*/ 73 w 204"/>
                <a:gd name="T3" fmla="*/ 180 h 204"/>
                <a:gd name="T4" fmla="*/ 34 w 204"/>
                <a:gd name="T5" fmla="*/ 176 h 204"/>
                <a:gd name="T6" fmla="*/ 2 w 204"/>
                <a:gd name="T7" fmla="*/ 132 h 204"/>
                <a:gd name="T8" fmla="*/ 19 w 204"/>
                <a:gd name="T9" fmla="*/ 115 h 204"/>
                <a:gd name="T10" fmla="*/ 19 w 204"/>
                <a:gd name="T11" fmla="*/ 88 h 204"/>
                <a:gd name="T12" fmla="*/ 2 w 204"/>
                <a:gd name="T13" fmla="*/ 76 h 204"/>
                <a:gd name="T14" fmla="*/ 26 w 204"/>
                <a:gd name="T15" fmla="*/ 30 h 204"/>
                <a:gd name="T16" fmla="*/ 50 w 204"/>
                <a:gd name="T17" fmla="*/ 36 h 204"/>
                <a:gd name="T18" fmla="*/ 73 w 204"/>
                <a:gd name="T19" fmla="*/ 6 h 204"/>
                <a:gd name="T20" fmla="*/ 127 w 204"/>
                <a:gd name="T21" fmla="*/ 0 h 204"/>
                <a:gd name="T22" fmla="*/ 133 w 204"/>
                <a:gd name="T23" fmla="*/ 23 h 204"/>
                <a:gd name="T24" fmla="*/ 170 w 204"/>
                <a:gd name="T25" fmla="*/ 28 h 204"/>
                <a:gd name="T26" fmla="*/ 179 w 204"/>
                <a:gd name="T27" fmla="*/ 30 h 204"/>
                <a:gd name="T28" fmla="*/ 200 w 204"/>
                <a:gd name="T29" fmla="*/ 80 h 204"/>
                <a:gd name="T30" fmla="*/ 186 w 204"/>
                <a:gd name="T31" fmla="*/ 102 h 204"/>
                <a:gd name="T32" fmla="*/ 201 w 204"/>
                <a:gd name="T33" fmla="*/ 124 h 204"/>
                <a:gd name="T34" fmla="*/ 179 w 204"/>
                <a:gd name="T35" fmla="*/ 173 h 204"/>
                <a:gd name="T36" fmla="*/ 171 w 204"/>
                <a:gd name="T37" fmla="*/ 176 h 204"/>
                <a:gd name="T38" fmla="*/ 133 w 204"/>
                <a:gd name="T39" fmla="*/ 180 h 204"/>
                <a:gd name="T40" fmla="*/ 127 w 204"/>
                <a:gd name="T41" fmla="*/ 204 h 204"/>
                <a:gd name="T42" fmla="*/ 121 w 204"/>
                <a:gd name="T43" fmla="*/ 192 h 204"/>
                <a:gd name="T44" fmla="*/ 126 w 204"/>
                <a:gd name="T45" fmla="*/ 170 h 204"/>
                <a:gd name="T46" fmla="*/ 158 w 204"/>
                <a:gd name="T47" fmla="*/ 154 h 204"/>
                <a:gd name="T48" fmla="*/ 189 w 204"/>
                <a:gd name="T49" fmla="*/ 131 h 204"/>
                <a:gd name="T50" fmla="*/ 173 w 204"/>
                <a:gd name="T51" fmla="*/ 117 h 204"/>
                <a:gd name="T52" fmla="*/ 173 w 204"/>
                <a:gd name="T53" fmla="*/ 87 h 204"/>
                <a:gd name="T54" fmla="*/ 189 w 204"/>
                <a:gd name="T55" fmla="*/ 72 h 204"/>
                <a:gd name="T56" fmla="*/ 158 w 204"/>
                <a:gd name="T57" fmla="*/ 49 h 204"/>
                <a:gd name="T58" fmla="*/ 126 w 204"/>
                <a:gd name="T59" fmla="*/ 33 h 204"/>
                <a:gd name="T60" fmla="*/ 121 w 204"/>
                <a:gd name="T61" fmla="*/ 12 h 204"/>
                <a:gd name="T62" fmla="*/ 85 w 204"/>
                <a:gd name="T63" fmla="*/ 27 h 204"/>
                <a:gd name="T64" fmla="*/ 55 w 204"/>
                <a:gd name="T65" fmla="*/ 48 h 204"/>
                <a:gd name="T66" fmla="*/ 34 w 204"/>
                <a:gd name="T67" fmla="*/ 41 h 204"/>
                <a:gd name="T68" fmla="*/ 29 w 204"/>
                <a:gd name="T69" fmla="*/ 80 h 204"/>
                <a:gd name="T70" fmla="*/ 30 w 204"/>
                <a:gd name="T71" fmla="*/ 102 h 204"/>
                <a:gd name="T72" fmla="*/ 29 w 204"/>
                <a:gd name="T73" fmla="*/ 123 h 204"/>
                <a:gd name="T74" fmla="*/ 33 w 204"/>
                <a:gd name="T75" fmla="*/ 162 h 204"/>
                <a:gd name="T76" fmla="*/ 55 w 204"/>
                <a:gd name="T77" fmla="*/ 155 h 204"/>
                <a:gd name="T78" fmla="*/ 85 w 204"/>
                <a:gd name="T79" fmla="*/ 176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04" h="204">
                  <a:moveTo>
                    <a:pt x="127" y="204"/>
                  </a:moveTo>
                  <a:cubicBezTo>
                    <a:pt x="79" y="204"/>
                    <a:pt x="79" y="204"/>
                    <a:pt x="79" y="204"/>
                  </a:cubicBezTo>
                  <a:cubicBezTo>
                    <a:pt x="76" y="204"/>
                    <a:pt x="73" y="201"/>
                    <a:pt x="73" y="198"/>
                  </a:cubicBezTo>
                  <a:cubicBezTo>
                    <a:pt x="73" y="180"/>
                    <a:pt x="73" y="180"/>
                    <a:pt x="73" y="180"/>
                  </a:cubicBezTo>
                  <a:cubicBezTo>
                    <a:pt x="65" y="177"/>
                    <a:pt x="57" y="173"/>
                    <a:pt x="50" y="167"/>
                  </a:cubicBezTo>
                  <a:cubicBezTo>
                    <a:pt x="34" y="176"/>
                    <a:pt x="34" y="176"/>
                    <a:pt x="34" y="176"/>
                  </a:cubicBezTo>
                  <a:cubicBezTo>
                    <a:pt x="31" y="177"/>
                    <a:pt x="28" y="176"/>
                    <a:pt x="26" y="173"/>
                  </a:cubicBezTo>
                  <a:cubicBezTo>
                    <a:pt x="2" y="132"/>
                    <a:pt x="2" y="132"/>
                    <a:pt x="2" y="132"/>
                  </a:cubicBezTo>
                  <a:cubicBezTo>
                    <a:pt x="0" y="129"/>
                    <a:pt x="1" y="125"/>
                    <a:pt x="4" y="124"/>
                  </a:cubicBezTo>
                  <a:cubicBezTo>
                    <a:pt x="19" y="115"/>
                    <a:pt x="19" y="115"/>
                    <a:pt x="19" y="115"/>
                  </a:cubicBezTo>
                  <a:cubicBezTo>
                    <a:pt x="19" y="111"/>
                    <a:pt x="18" y="106"/>
                    <a:pt x="18" y="102"/>
                  </a:cubicBezTo>
                  <a:cubicBezTo>
                    <a:pt x="18" y="97"/>
                    <a:pt x="19" y="93"/>
                    <a:pt x="19" y="88"/>
                  </a:cubicBezTo>
                  <a:cubicBezTo>
                    <a:pt x="4" y="80"/>
                    <a:pt x="4" y="80"/>
                    <a:pt x="4" y="80"/>
                  </a:cubicBezTo>
                  <a:cubicBezTo>
                    <a:pt x="3" y="79"/>
                    <a:pt x="2" y="78"/>
                    <a:pt x="2" y="76"/>
                  </a:cubicBezTo>
                  <a:cubicBezTo>
                    <a:pt x="1" y="74"/>
                    <a:pt x="1" y="73"/>
                    <a:pt x="2" y="71"/>
                  </a:cubicBezTo>
                  <a:cubicBezTo>
                    <a:pt x="26" y="30"/>
                    <a:pt x="26" y="30"/>
                    <a:pt x="26" y="30"/>
                  </a:cubicBezTo>
                  <a:cubicBezTo>
                    <a:pt x="28" y="27"/>
                    <a:pt x="32" y="26"/>
                    <a:pt x="34" y="2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7" y="30"/>
                    <a:pt x="65" y="26"/>
                    <a:pt x="73" y="23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3" y="2"/>
                    <a:pt x="76" y="0"/>
                    <a:pt x="79" y="0"/>
                  </a:cubicBezTo>
                  <a:cubicBezTo>
                    <a:pt x="127" y="0"/>
                    <a:pt x="127" y="0"/>
                    <a:pt x="127" y="0"/>
                  </a:cubicBezTo>
                  <a:cubicBezTo>
                    <a:pt x="131" y="0"/>
                    <a:pt x="133" y="2"/>
                    <a:pt x="133" y="6"/>
                  </a:cubicBezTo>
                  <a:cubicBezTo>
                    <a:pt x="133" y="23"/>
                    <a:pt x="133" y="23"/>
                    <a:pt x="133" y="23"/>
                  </a:cubicBezTo>
                  <a:cubicBezTo>
                    <a:pt x="142" y="26"/>
                    <a:pt x="149" y="31"/>
                    <a:pt x="156" y="36"/>
                  </a:cubicBezTo>
                  <a:cubicBezTo>
                    <a:pt x="170" y="28"/>
                    <a:pt x="170" y="28"/>
                    <a:pt x="170" y="28"/>
                  </a:cubicBezTo>
                  <a:cubicBezTo>
                    <a:pt x="172" y="27"/>
                    <a:pt x="173" y="27"/>
                    <a:pt x="175" y="27"/>
                  </a:cubicBezTo>
                  <a:cubicBezTo>
                    <a:pt x="177" y="27"/>
                    <a:pt x="178" y="28"/>
                    <a:pt x="179" y="30"/>
                  </a:cubicBezTo>
                  <a:cubicBezTo>
                    <a:pt x="203" y="71"/>
                    <a:pt x="203" y="71"/>
                    <a:pt x="203" y="71"/>
                  </a:cubicBezTo>
                  <a:cubicBezTo>
                    <a:pt x="204" y="74"/>
                    <a:pt x="203" y="78"/>
                    <a:pt x="200" y="80"/>
                  </a:cubicBezTo>
                  <a:cubicBezTo>
                    <a:pt x="185" y="88"/>
                    <a:pt x="185" y="88"/>
                    <a:pt x="185" y="88"/>
                  </a:cubicBezTo>
                  <a:cubicBezTo>
                    <a:pt x="186" y="93"/>
                    <a:pt x="186" y="97"/>
                    <a:pt x="186" y="102"/>
                  </a:cubicBezTo>
                  <a:cubicBezTo>
                    <a:pt x="186" y="106"/>
                    <a:pt x="186" y="111"/>
                    <a:pt x="185" y="115"/>
                  </a:cubicBezTo>
                  <a:cubicBezTo>
                    <a:pt x="201" y="124"/>
                    <a:pt x="201" y="124"/>
                    <a:pt x="201" y="124"/>
                  </a:cubicBezTo>
                  <a:cubicBezTo>
                    <a:pt x="203" y="125"/>
                    <a:pt x="204" y="129"/>
                    <a:pt x="203" y="132"/>
                  </a:cubicBezTo>
                  <a:cubicBezTo>
                    <a:pt x="179" y="173"/>
                    <a:pt x="179" y="173"/>
                    <a:pt x="179" y="173"/>
                  </a:cubicBezTo>
                  <a:cubicBezTo>
                    <a:pt x="178" y="175"/>
                    <a:pt x="177" y="176"/>
                    <a:pt x="175" y="176"/>
                  </a:cubicBezTo>
                  <a:cubicBezTo>
                    <a:pt x="174" y="177"/>
                    <a:pt x="172" y="176"/>
                    <a:pt x="171" y="176"/>
                  </a:cubicBezTo>
                  <a:cubicBezTo>
                    <a:pt x="156" y="167"/>
                    <a:pt x="156" y="167"/>
                    <a:pt x="156" y="167"/>
                  </a:cubicBezTo>
                  <a:cubicBezTo>
                    <a:pt x="149" y="173"/>
                    <a:pt x="142" y="177"/>
                    <a:pt x="133" y="180"/>
                  </a:cubicBezTo>
                  <a:cubicBezTo>
                    <a:pt x="133" y="198"/>
                    <a:pt x="133" y="198"/>
                    <a:pt x="133" y="198"/>
                  </a:cubicBezTo>
                  <a:cubicBezTo>
                    <a:pt x="133" y="201"/>
                    <a:pt x="131" y="204"/>
                    <a:pt x="127" y="204"/>
                  </a:cubicBezTo>
                  <a:close/>
                  <a:moveTo>
                    <a:pt x="85" y="192"/>
                  </a:moveTo>
                  <a:cubicBezTo>
                    <a:pt x="121" y="192"/>
                    <a:pt x="121" y="192"/>
                    <a:pt x="121" y="192"/>
                  </a:cubicBezTo>
                  <a:cubicBezTo>
                    <a:pt x="121" y="176"/>
                    <a:pt x="121" y="176"/>
                    <a:pt x="121" y="176"/>
                  </a:cubicBezTo>
                  <a:cubicBezTo>
                    <a:pt x="121" y="173"/>
                    <a:pt x="123" y="171"/>
                    <a:pt x="126" y="170"/>
                  </a:cubicBezTo>
                  <a:cubicBezTo>
                    <a:pt x="136" y="167"/>
                    <a:pt x="143" y="162"/>
                    <a:pt x="151" y="155"/>
                  </a:cubicBezTo>
                  <a:cubicBezTo>
                    <a:pt x="153" y="153"/>
                    <a:pt x="156" y="153"/>
                    <a:pt x="158" y="154"/>
                  </a:cubicBezTo>
                  <a:cubicBezTo>
                    <a:pt x="172" y="162"/>
                    <a:pt x="172" y="162"/>
                    <a:pt x="172" y="162"/>
                  </a:cubicBezTo>
                  <a:cubicBezTo>
                    <a:pt x="189" y="131"/>
                    <a:pt x="189" y="131"/>
                    <a:pt x="189" y="131"/>
                  </a:cubicBezTo>
                  <a:cubicBezTo>
                    <a:pt x="176" y="123"/>
                    <a:pt x="176" y="123"/>
                    <a:pt x="176" y="123"/>
                  </a:cubicBezTo>
                  <a:cubicBezTo>
                    <a:pt x="173" y="122"/>
                    <a:pt x="172" y="119"/>
                    <a:pt x="173" y="117"/>
                  </a:cubicBezTo>
                  <a:cubicBezTo>
                    <a:pt x="174" y="112"/>
                    <a:pt x="174" y="107"/>
                    <a:pt x="174" y="102"/>
                  </a:cubicBezTo>
                  <a:cubicBezTo>
                    <a:pt x="174" y="97"/>
                    <a:pt x="174" y="92"/>
                    <a:pt x="173" y="87"/>
                  </a:cubicBezTo>
                  <a:cubicBezTo>
                    <a:pt x="172" y="84"/>
                    <a:pt x="173" y="81"/>
                    <a:pt x="176" y="80"/>
                  </a:cubicBezTo>
                  <a:cubicBezTo>
                    <a:pt x="189" y="72"/>
                    <a:pt x="189" y="72"/>
                    <a:pt x="189" y="72"/>
                  </a:cubicBezTo>
                  <a:cubicBezTo>
                    <a:pt x="171" y="41"/>
                    <a:pt x="171" y="41"/>
                    <a:pt x="171" y="41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6" y="50"/>
                    <a:pt x="153" y="50"/>
                    <a:pt x="151" y="48"/>
                  </a:cubicBezTo>
                  <a:cubicBezTo>
                    <a:pt x="143" y="41"/>
                    <a:pt x="136" y="36"/>
                    <a:pt x="126" y="33"/>
                  </a:cubicBezTo>
                  <a:cubicBezTo>
                    <a:pt x="123" y="33"/>
                    <a:pt x="121" y="30"/>
                    <a:pt x="121" y="27"/>
                  </a:cubicBezTo>
                  <a:cubicBezTo>
                    <a:pt x="121" y="12"/>
                    <a:pt x="121" y="12"/>
                    <a:pt x="121" y="12"/>
                  </a:cubicBezTo>
                  <a:cubicBezTo>
                    <a:pt x="85" y="12"/>
                    <a:pt x="85" y="12"/>
                    <a:pt x="85" y="12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30"/>
                    <a:pt x="83" y="32"/>
                    <a:pt x="81" y="33"/>
                  </a:cubicBezTo>
                  <a:cubicBezTo>
                    <a:pt x="71" y="36"/>
                    <a:pt x="63" y="40"/>
                    <a:pt x="55" y="48"/>
                  </a:cubicBezTo>
                  <a:cubicBezTo>
                    <a:pt x="53" y="50"/>
                    <a:pt x="50" y="50"/>
                    <a:pt x="48" y="49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16" y="72"/>
                    <a:pt x="16" y="72"/>
                    <a:pt x="16" y="72"/>
                  </a:cubicBezTo>
                  <a:cubicBezTo>
                    <a:pt x="29" y="80"/>
                    <a:pt x="29" y="80"/>
                    <a:pt x="29" y="80"/>
                  </a:cubicBezTo>
                  <a:cubicBezTo>
                    <a:pt x="31" y="81"/>
                    <a:pt x="33" y="84"/>
                    <a:pt x="32" y="87"/>
                  </a:cubicBezTo>
                  <a:cubicBezTo>
                    <a:pt x="31" y="92"/>
                    <a:pt x="30" y="97"/>
                    <a:pt x="30" y="102"/>
                  </a:cubicBezTo>
                  <a:cubicBezTo>
                    <a:pt x="30" y="107"/>
                    <a:pt x="31" y="112"/>
                    <a:pt x="32" y="117"/>
                  </a:cubicBezTo>
                  <a:cubicBezTo>
                    <a:pt x="33" y="119"/>
                    <a:pt x="31" y="122"/>
                    <a:pt x="29" y="123"/>
                  </a:cubicBezTo>
                  <a:cubicBezTo>
                    <a:pt x="15" y="131"/>
                    <a:pt x="15" y="131"/>
                    <a:pt x="15" y="131"/>
                  </a:cubicBezTo>
                  <a:cubicBezTo>
                    <a:pt x="33" y="162"/>
                    <a:pt x="33" y="162"/>
                    <a:pt x="33" y="162"/>
                  </a:cubicBezTo>
                  <a:cubicBezTo>
                    <a:pt x="48" y="154"/>
                    <a:pt x="48" y="154"/>
                    <a:pt x="48" y="154"/>
                  </a:cubicBezTo>
                  <a:cubicBezTo>
                    <a:pt x="50" y="153"/>
                    <a:pt x="53" y="153"/>
                    <a:pt x="55" y="155"/>
                  </a:cubicBezTo>
                  <a:cubicBezTo>
                    <a:pt x="63" y="163"/>
                    <a:pt x="71" y="167"/>
                    <a:pt x="81" y="170"/>
                  </a:cubicBezTo>
                  <a:cubicBezTo>
                    <a:pt x="83" y="171"/>
                    <a:pt x="85" y="173"/>
                    <a:pt x="85" y="176"/>
                  </a:cubicBezTo>
                  <a:lnTo>
                    <a:pt x="85" y="1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  <p:sp>
          <p:nvSpPr>
            <p:cNvPr id="104" name="Freeform 49">
              <a:extLst>
                <a:ext uri="{FF2B5EF4-FFF2-40B4-BE49-F238E27FC236}">
                  <a16:creationId xmlns:a16="http://schemas.microsoft.com/office/drawing/2014/main" id="{AF8B38B1-74E7-80FF-64FD-3DFAC3431F0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57" y="439"/>
              <a:ext cx="176" cy="178"/>
            </a:xfrm>
            <a:custGeom>
              <a:avLst/>
              <a:gdLst>
                <a:gd name="T0" fmla="*/ 48 w 119"/>
                <a:gd name="T1" fmla="*/ 120 h 120"/>
                <a:gd name="T2" fmla="*/ 42 w 119"/>
                <a:gd name="T3" fmla="*/ 104 h 120"/>
                <a:gd name="T4" fmla="*/ 21 w 119"/>
                <a:gd name="T5" fmla="*/ 102 h 120"/>
                <a:gd name="T6" fmla="*/ 1 w 119"/>
                <a:gd name="T7" fmla="*/ 79 h 120"/>
                <a:gd name="T8" fmla="*/ 4 w 119"/>
                <a:gd name="T9" fmla="*/ 71 h 120"/>
                <a:gd name="T10" fmla="*/ 11 w 119"/>
                <a:gd name="T11" fmla="*/ 60 h 120"/>
                <a:gd name="T12" fmla="*/ 4 w 119"/>
                <a:gd name="T13" fmla="*/ 48 h 120"/>
                <a:gd name="T14" fmla="*/ 2 w 119"/>
                <a:gd name="T15" fmla="*/ 40 h 120"/>
                <a:gd name="T16" fmla="*/ 22 w 119"/>
                <a:gd name="T17" fmla="*/ 17 h 120"/>
                <a:gd name="T18" fmla="*/ 42 w 119"/>
                <a:gd name="T19" fmla="*/ 15 h 120"/>
                <a:gd name="T20" fmla="*/ 48 w 119"/>
                <a:gd name="T21" fmla="*/ 0 h 120"/>
                <a:gd name="T22" fmla="*/ 78 w 119"/>
                <a:gd name="T23" fmla="*/ 6 h 120"/>
                <a:gd name="T24" fmla="*/ 89 w 119"/>
                <a:gd name="T25" fmla="*/ 22 h 120"/>
                <a:gd name="T26" fmla="*/ 102 w 119"/>
                <a:gd name="T27" fmla="*/ 16 h 120"/>
                <a:gd name="T28" fmla="*/ 117 w 119"/>
                <a:gd name="T29" fmla="*/ 40 h 120"/>
                <a:gd name="T30" fmla="*/ 107 w 119"/>
                <a:gd name="T31" fmla="*/ 53 h 120"/>
                <a:gd name="T32" fmla="*/ 107 w 119"/>
                <a:gd name="T33" fmla="*/ 66 h 120"/>
                <a:gd name="T34" fmla="*/ 117 w 119"/>
                <a:gd name="T35" fmla="*/ 79 h 120"/>
                <a:gd name="T36" fmla="*/ 102 w 119"/>
                <a:gd name="T37" fmla="*/ 103 h 120"/>
                <a:gd name="T38" fmla="*/ 89 w 119"/>
                <a:gd name="T39" fmla="*/ 97 h 120"/>
                <a:gd name="T40" fmla="*/ 78 w 119"/>
                <a:gd name="T41" fmla="*/ 114 h 120"/>
                <a:gd name="T42" fmla="*/ 54 w 119"/>
                <a:gd name="T43" fmla="*/ 108 h 120"/>
                <a:gd name="T44" fmla="*/ 66 w 119"/>
                <a:gd name="T45" fmla="*/ 100 h 120"/>
                <a:gd name="T46" fmla="*/ 84 w 119"/>
                <a:gd name="T47" fmla="*/ 86 h 120"/>
                <a:gd name="T48" fmla="*/ 98 w 119"/>
                <a:gd name="T49" fmla="*/ 89 h 120"/>
                <a:gd name="T50" fmla="*/ 97 w 119"/>
                <a:gd name="T51" fmla="*/ 75 h 120"/>
                <a:gd name="T52" fmla="*/ 95 w 119"/>
                <a:gd name="T53" fmla="*/ 60 h 120"/>
                <a:gd name="T54" fmla="*/ 97 w 119"/>
                <a:gd name="T55" fmla="*/ 45 h 120"/>
                <a:gd name="T56" fmla="*/ 98 w 119"/>
                <a:gd name="T57" fmla="*/ 31 h 120"/>
                <a:gd name="T58" fmla="*/ 84 w 119"/>
                <a:gd name="T59" fmla="*/ 34 h 120"/>
                <a:gd name="T60" fmla="*/ 66 w 119"/>
                <a:gd name="T61" fmla="*/ 19 h 120"/>
                <a:gd name="T62" fmla="*/ 54 w 119"/>
                <a:gd name="T63" fmla="*/ 12 h 120"/>
                <a:gd name="T64" fmla="*/ 50 w 119"/>
                <a:gd name="T65" fmla="*/ 25 h 120"/>
                <a:gd name="T66" fmla="*/ 28 w 119"/>
                <a:gd name="T67" fmla="*/ 34 h 120"/>
                <a:gd name="T68" fmla="*/ 15 w 119"/>
                <a:gd name="T69" fmla="*/ 41 h 120"/>
                <a:gd name="T70" fmla="*/ 24 w 119"/>
                <a:gd name="T71" fmla="*/ 51 h 120"/>
                <a:gd name="T72" fmla="*/ 24 w 119"/>
                <a:gd name="T73" fmla="*/ 68 h 120"/>
                <a:gd name="T74" fmla="*/ 15 w 119"/>
                <a:gd name="T75" fmla="*/ 78 h 120"/>
                <a:gd name="T76" fmla="*/ 28 w 119"/>
                <a:gd name="T77" fmla="*/ 85 h 120"/>
                <a:gd name="T78" fmla="*/ 50 w 119"/>
                <a:gd name="T79" fmla="*/ 94 h 120"/>
                <a:gd name="T80" fmla="*/ 54 w 119"/>
                <a:gd name="T81" fmla="*/ 108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19" h="120">
                  <a:moveTo>
                    <a:pt x="72" y="120"/>
                  </a:moveTo>
                  <a:cubicBezTo>
                    <a:pt x="48" y="120"/>
                    <a:pt x="48" y="120"/>
                    <a:pt x="48" y="120"/>
                  </a:cubicBezTo>
                  <a:cubicBezTo>
                    <a:pt x="45" y="120"/>
                    <a:pt x="42" y="117"/>
                    <a:pt x="42" y="114"/>
                  </a:cubicBezTo>
                  <a:cubicBezTo>
                    <a:pt x="42" y="104"/>
                    <a:pt x="42" y="104"/>
                    <a:pt x="42" y="104"/>
                  </a:cubicBezTo>
                  <a:cubicBezTo>
                    <a:pt x="38" y="102"/>
                    <a:pt x="34" y="100"/>
                    <a:pt x="30" y="97"/>
                  </a:cubicBezTo>
                  <a:cubicBezTo>
                    <a:pt x="21" y="102"/>
                    <a:pt x="21" y="102"/>
                    <a:pt x="21" y="102"/>
                  </a:cubicBezTo>
                  <a:cubicBezTo>
                    <a:pt x="19" y="104"/>
                    <a:pt x="15" y="103"/>
                    <a:pt x="13" y="100"/>
                  </a:cubicBezTo>
                  <a:cubicBezTo>
                    <a:pt x="1" y="79"/>
                    <a:pt x="1" y="79"/>
                    <a:pt x="1" y="79"/>
                  </a:cubicBezTo>
                  <a:cubicBezTo>
                    <a:pt x="1" y="78"/>
                    <a:pt x="0" y="76"/>
                    <a:pt x="1" y="75"/>
                  </a:cubicBezTo>
                  <a:cubicBezTo>
                    <a:pt x="1" y="73"/>
                    <a:pt x="2" y="72"/>
                    <a:pt x="4" y="71"/>
                  </a:cubicBezTo>
                  <a:cubicBezTo>
                    <a:pt x="12" y="66"/>
                    <a:pt x="12" y="66"/>
                    <a:pt x="12" y="66"/>
                  </a:cubicBezTo>
                  <a:cubicBezTo>
                    <a:pt x="12" y="64"/>
                    <a:pt x="11" y="62"/>
                    <a:pt x="11" y="60"/>
                  </a:cubicBezTo>
                  <a:cubicBezTo>
                    <a:pt x="11" y="57"/>
                    <a:pt x="12" y="55"/>
                    <a:pt x="12" y="53"/>
                  </a:cubicBezTo>
                  <a:cubicBezTo>
                    <a:pt x="4" y="48"/>
                    <a:pt x="4" y="48"/>
                    <a:pt x="4" y="48"/>
                  </a:cubicBezTo>
                  <a:cubicBezTo>
                    <a:pt x="2" y="47"/>
                    <a:pt x="1" y="46"/>
                    <a:pt x="1" y="45"/>
                  </a:cubicBezTo>
                  <a:cubicBezTo>
                    <a:pt x="0" y="43"/>
                    <a:pt x="1" y="41"/>
                    <a:pt x="2" y="40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5" y="16"/>
                    <a:pt x="19" y="15"/>
                    <a:pt x="22" y="17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4" y="19"/>
                    <a:pt x="38" y="17"/>
                    <a:pt x="42" y="15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42" y="2"/>
                    <a:pt x="45" y="0"/>
                    <a:pt x="48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76" y="0"/>
                    <a:pt x="78" y="2"/>
                    <a:pt x="78" y="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2" y="17"/>
                    <a:pt x="86" y="19"/>
                    <a:pt x="89" y="22"/>
                  </a:cubicBezTo>
                  <a:cubicBezTo>
                    <a:pt x="97" y="17"/>
                    <a:pt x="97" y="17"/>
                    <a:pt x="97" y="17"/>
                  </a:cubicBezTo>
                  <a:cubicBezTo>
                    <a:pt x="98" y="16"/>
                    <a:pt x="100" y="16"/>
                    <a:pt x="102" y="16"/>
                  </a:cubicBezTo>
                  <a:cubicBezTo>
                    <a:pt x="103" y="17"/>
                    <a:pt x="105" y="18"/>
                    <a:pt x="105" y="19"/>
                  </a:cubicBezTo>
                  <a:cubicBezTo>
                    <a:pt x="117" y="40"/>
                    <a:pt x="117" y="40"/>
                    <a:pt x="117" y="40"/>
                  </a:cubicBezTo>
                  <a:cubicBezTo>
                    <a:pt x="119" y="43"/>
                    <a:pt x="118" y="47"/>
                    <a:pt x="115" y="48"/>
                  </a:cubicBezTo>
                  <a:cubicBezTo>
                    <a:pt x="107" y="53"/>
                    <a:pt x="107" y="53"/>
                    <a:pt x="107" y="53"/>
                  </a:cubicBezTo>
                  <a:cubicBezTo>
                    <a:pt x="107" y="55"/>
                    <a:pt x="107" y="57"/>
                    <a:pt x="107" y="60"/>
                  </a:cubicBezTo>
                  <a:cubicBezTo>
                    <a:pt x="107" y="62"/>
                    <a:pt x="107" y="64"/>
                    <a:pt x="107" y="66"/>
                  </a:cubicBezTo>
                  <a:cubicBezTo>
                    <a:pt x="115" y="71"/>
                    <a:pt x="115" y="71"/>
                    <a:pt x="115" y="71"/>
                  </a:cubicBezTo>
                  <a:cubicBezTo>
                    <a:pt x="118" y="73"/>
                    <a:pt x="119" y="76"/>
                    <a:pt x="117" y="79"/>
                  </a:cubicBezTo>
                  <a:cubicBezTo>
                    <a:pt x="106" y="100"/>
                    <a:pt x="106" y="100"/>
                    <a:pt x="106" y="100"/>
                  </a:cubicBezTo>
                  <a:cubicBezTo>
                    <a:pt x="105" y="101"/>
                    <a:pt x="103" y="102"/>
                    <a:pt x="102" y="103"/>
                  </a:cubicBezTo>
                  <a:cubicBezTo>
                    <a:pt x="100" y="103"/>
                    <a:pt x="99" y="103"/>
                    <a:pt x="97" y="102"/>
                  </a:cubicBezTo>
                  <a:cubicBezTo>
                    <a:pt x="89" y="97"/>
                    <a:pt x="89" y="97"/>
                    <a:pt x="89" y="97"/>
                  </a:cubicBezTo>
                  <a:cubicBezTo>
                    <a:pt x="86" y="100"/>
                    <a:pt x="82" y="102"/>
                    <a:pt x="78" y="10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7"/>
                    <a:pt x="76" y="120"/>
                    <a:pt x="72" y="120"/>
                  </a:cubicBezTo>
                  <a:close/>
                  <a:moveTo>
                    <a:pt x="54" y="108"/>
                  </a:moveTo>
                  <a:cubicBezTo>
                    <a:pt x="66" y="108"/>
                    <a:pt x="66" y="108"/>
                    <a:pt x="66" y="108"/>
                  </a:cubicBezTo>
                  <a:cubicBezTo>
                    <a:pt x="66" y="100"/>
                    <a:pt x="66" y="100"/>
                    <a:pt x="66" y="100"/>
                  </a:cubicBezTo>
                  <a:cubicBezTo>
                    <a:pt x="66" y="97"/>
                    <a:pt x="68" y="95"/>
                    <a:pt x="70" y="94"/>
                  </a:cubicBezTo>
                  <a:cubicBezTo>
                    <a:pt x="76" y="93"/>
                    <a:pt x="80" y="90"/>
                    <a:pt x="84" y="86"/>
                  </a:cubicBezTo>
                  <a:cubicBezTo>
                    <a:pt x="86" y="84"/>
                    <a:pt x="89" y="84"/>
                    <a:pt x="92" y="85"/>
                  </a:cubicBezTo>
                  <a:cubicBezTo>
                    <a:pt x="98" y="89"/>
                    <a:pt x="98" y="89"/>
                    <a:pt x="98" y="89"/>
                  </a:cubicBezTo>
                  <a:cubicBezTo>
                    <a:pt x="104" y="78"/>
                    <a:pt x="104" y="78"/>
                    <a:pt x="104" y="78"/>
                  </a:cubicBezTo>
                  <a:cubicBezTo>
                    <a:pt x="97" y="75"/>
                    <a:pt x="97" y="75"/>
                    <a:pt x="97" y="75"/>
                  </a:cubicBezTo>
                  <a:cubicBezTo>
                    <a:pt x="95" y="73"/>
                    <a:pt x="94" y="71"/>
                    <a:pt x="94" y="68"/>
                  </a:cubicBezTo>
                  <a:cubicBezTo>
                    <a:pt x="95" y="65"/>
                    <a:pt x="95" y="62"/>
                    <a:pt x="95" y="60"/>
                  </a:cubicBezTo>
                  <a:cubicBezTo>
                    <a:pt x="95" y="57"/>
                    <a:pt x="95" y="54"/>
                    <a:pt x="94" y="51"/>
                  </a:cubicBezTo>
                  <a:cubicBezTo>
                    <a:pt x="94" y="49"/>
                    <a:pt x="95" y="46"/>
                    <a:pt x="97" y="45"/>
                  </a:cubicBezTo>
                  <a:cubicBezTo>
                    <a:pt x="104" y="41"/>
                    <a:pt x="104" y="41"/>
                    <a:pt x="104" y="41"/>
                  </a:cubicBezTo>
                  <a:cubicBezTo>
                    <a:pt x="98" y="31"/>
                    <a:pt x="98" y="31"/>
                    <a:pt x="98" y="3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6"/>
                    <a:pt x="86" y="35"/>
                    <a:pt x="84" y="34"/>
                  </a:cubicBezTo>
                  <a:cubicBezTo>
                    <a:pt x="80" y="30"/>
                    <a:pt x="76" y="27"/>
                    <a:pt x="70" y="25"/>
                  </a:cubicBezTo>
                  <a:cubicBezTo>
                    <a:pt x="68" y="24"/>
                    <a:pt x="66" y="22"/>
                    <a:pt x="66" y="19"/>
                  </a:cubicBezTo>
                  <a:cubicBezTo>
                    <a:pt x="66" y="12"/>
                    <a:pt x="66" y="12"/>
                    <a:pt x="66" y="12"/>
                  </a:cubicBezTo>
                  <a:cubicBezTo>
                    <a:pt x="54" y="12"/>
                    <a:pt x="54" y="12"/>
                    <a:pt x="54" y="12"/>
                  </a:cubicBezTo>
                  <a:cubicBezTo>
                    <a:pt x="54" y="19"/>
                    <a:pt x="54" y="19"/>
                    <a:pt x="54" y="19"/>
                  </a:cubicBezTo>
                  <a:cubicBezTo>
                    <a:pt x="54" y="22"/>
                    <a:pt x="53" y="24"/>
                    <a:pt x="50" y="25"/>
                  </a:cubicBezTo>
                  <a:cubicBezTo>
                    <a:pt x="44" y="27"/>
                    <a:pt x="39" y="30"/>
                    <a:pt x="35" y="34"/>
                  </a:cubicBezTo>
                  <a:cubicBezTo>
                    <a:pt x="33" y="35"/>
                    <a:pt x="30" y="36"/>
                    <a:pt x="28" y="34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15" y="41"/>
                    <a:pt x="15" y="41"/>
                    <a:pt x="15" y="41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4" y="46"/>
                    <a:pt x="25" y="49"/>
                    <a:pt x="24" y="51"/>
                  </a:cubicBezTo>
                  <a:cubicBezTo>
                    <a:pt x="24" y="54"/>
                    <a:pt x="23" y="57"/>
                    <a:pt x="23" y="60"/>
                  </a:cubicBezTo>
                  <a:cubicBezTo>
                    <a:pt x="23" y="62"/>
                    <a:pt x="24" y="65"/>
                    <a:pt x="24" y="68"/>
                  </a:cubicBezTo>
                  <a:cubicBezTo>
                    <a:pt x="25" y="71"/>
                    <a:pt x="24" y="73"/>
                    <a:pt x="22" y="75"/>
                  </a:cubicBezTo>
                  <a:cubicBezTo>
                    <a:pt x="15" y="78"/>
                    <a:pt x="15" y="78"/>
                    <a:pt x="15" y="78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8" y="85"/>
                    <a:pt x="28" y="85"/>
                    <a:pt x="28" y="85"/>
                  </a:cubicBezTo>
                  <a:cubicBezTo>
                    <a:pt x="30" y="84"/>
                    <a:pt x="33" y="84"/>
                    <a:pt x="35" y="86"/>
                  </a:cubicBezTo>
                  <a:cubicBezTo>
                    <a:pt x="39" y="89"/>
                    <a:pt x="44" y="92"/>
                    <a:pt x="50" y="94"/>
                  </a:cubicBezTo>
                  <a:cubicBezTo>
                    <a:pt x="53" y="95"/>
                    <a:pt x="54" y="97"/>
                    <a:pt x="54" y="100"/>
                  </a:cubicBezTo>
                  <a:lnTo>
                    <a:pt x="54" y="1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</p:grpSp>
      <p:sp>
        <p:nvSpPr>
          <p:cNvPr id="105" name="Rectangle 104">
            <a:extLst>
              <a:ext uri="{FF2B5EF4-FFF2-40B4-BE49-F238E27FC236}">
                <a16:creationId xmlns:a16="http://schemas.microsoft.com/office/drawing/2014/main" id="{444329CA-2C67-FC23-5BCC-CF547ED74BA6}"/>
              </a:ext>
            </a:extLst>
          </p:cNvPr>
          <p:cNvSpPr/>
          <p:nvPr/>
        </p:nvSpPr>
        <p:spPr>
          <a:xfrm>
            <a:off x="10637034" y="4025498"/>
            <a:ext cx="740579" cy="2144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900" b="1" noProof="0">
                <a:solidFill>
                  <a:srgbClr val="0173AC"/>
                </a:solidFill>
              </a:rPr>
              <a:t>Evolução e Otimização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F45578F7-FB76-C256-F837-C839612DD166}"/>
              </a:ext>
            </a:extLst>
          </p:cNvPr>
          <p:cNvSpPr/>
          <p:nvPr/>
        </p:nvSpPr>
        <p:spPr>
          <a:xfrm>
            <a:off x="10935323" y="3832036"/>
            <a:ext cx="144000" cy="155948"/>
          </a:xfrm>
          <a:prstGeom prst="ellipse">
            <a:avLst/>
          </a:prstGeom>
          <a:solidFill>
            <a:srgbClr val="0173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endParaRPr lang="pt-BR" sz="1200" noProof="0">
              <a:solidFill>
                <a:schemeClr val="tx1"/>
              </a:solidFill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1E2AFEC5-6367-70B7-CD1A-DE69F2755F4D}"/>
              </a:ext>
            </a:extLst>
          </p:cNvPr>
          <p:cNvSpPr/>
          <p:nvPr/>
        </p:nvSpPr>
        <p:spPr>
          <a:xfrm>
            <a:off x="11390461" y="4025498"/>
            <a:ext cx="740579" cy="2110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900" b="1" noProof="0">
                <a:solidFill>
                  <a:srgbClr val="0173AC"/>
                </a:solidFill>
              </a:rPr>
              <a:t>Review de Valor e Lições Aprendidas</a:t>
            </a:r>
          </a:p>
        </p:txBody>
      </p:sp>
      <p:grpSp>
        <p:nvGrpSpPr>
          <p:cNvPr id="108" name="Group 40">
            <a:extLst>
              <a:ext uri="{FF2B5EF4-FFF2-40B4-BE49-F238E27FC236}">
                <a16:creationId xmlns:a16="http://schemas.microsoft.com/office/drawing/2014/main" id="{3A576D86-EFF6-788D-ABEE-973AE0092AC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619085" y="3529208"/>
            <a:ext cx="283331" cy="241570"/>
            <a:chOff x="4653" y="690"/>
            <a:chExt cx="441" cy="376"/>
          </a:xfrm>
          <a:solidFill>
            <a:srgbClr val="0173AC"/>
          </a:solidFill>
        </p:grpSpPr>
        <p:sp>
          <p:nvSpPr>
            <p:cNvPr id="109" name="Freeform 41">
              <a:extLst>
                <a:ext uri="{FF2B5EF4-FFF2-40B4-BE49-F238E27FC236}">
                  <a16:creationId xmlns:a16="http://schemas.microsoft.com/office/drawing/2014/main" id="{367ED91E-7233-5E4A-9C79-2A5000FEE0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53" y="815"/>
              <a:ext cx="110" cy="180"/>
            </a:xfrm>
            <a:custGeom>
              <a:avLst/>
              <a:gdLst>
                <a:gd name="T0" fmla="*/ 54 w 72"/>
                <a:gd name="T1" fmla="*/ 120 h 120"/>
                <a:gd name="T2" fmla="*/ 18 w 72"/>
                <a:gd name="T3" fmla="*/ 120 h 120"/>
                <a:gd name="T4" fmla="*/ 12 w 72"/>
                <a:gd name="T5" fmla="*/ 114 h 120"/>
                <a:gd name="T6" fmla="*/ 12 w 72"/>
                <a:gd name="T7" fmla="*/ 65 h 120"/>
                <a:gd name="T8" fmla="*/ 0 w 72"/>
                <a:gd name="T9" fmla="*/ 42 h 120"/>
                <a:gd name="T10" fmla="*/ 0 w 72"/>
                <a:gd name="T11" fmla="*/ 6 h 120"/>
                <a:gd name="T12" fmla="*/ 6 w 72"/>
                <a:gd name="T13" fmla="*/ 0 h 120"/>
                <a:gd name="T14" fmla="*/ 66 w 72"/>
                <a:gd name="T15" fmla="*/ 0 h 120"/>
                <a:gd name="T16" fmla="*/ 72 w 72"/>
                <a:gd name="T17" fmla="*/ 6 h 120"/>
                <a:gd name="T18" fmla="*/ 72 w 72"/>
                <a:gd name="T19" fmla="*/ 42 h 120"/>
                <a:gd name="T20" fmla="*/ 60 w 72"/>
                <a:gd name="T21" fmla="*/ 65 h 120"/>
                <a:gd name="T22" fmla="*/ 60 w 72"/>
                <a:gd name="T23" fmla="*/ 114 h 120"/>
                <a:gd name="T24" fmla="*/ 54 w 72"/>
                <a:gd name="T25" fmla="*/ 120 h 120"/>
                <a:gd name="T26" fmla="*/ 24 w 72"/>
                <a:gd name="T27" fmla="*/ 108 h 120"/>
                <a:gd name="T28" fmla="*/ 48 w 72"/>
                <a:gd name="T29" fmla="*/ 108 h 120"/>
                <a:gd name="T30" fmla="*/ 48 w 72"/>
                <a:gd name="T31" fmla="*/ 60 h 120"/>
                <a:gd name="T32" fmla="*/ 54 w 72"/>
                <a:gd name="T33" fmla="*/ 54 h 120"/>
                <a:gd name="T34" fmla="*/ 60 w 72"/>
                <a:gd name="T35" fmla="*/ 42 h 120"/>
                <a:gd name="T36" fmla="*/ 60 w 72"/>
                <a:gd name="T37" fmla="*/ 12 h 120"/>
                <a:gd name="T38" fmla="*/ 12 w 72"/>
                <a:gd name="T39" fmla="*/ 12 h 120"/>
                <a:gd name="T40" fmla="*/ 12 w 72"/>
                <a:gd name="T41" fmla="*/ 42 h 120"/>
                <a:gd name="T42" fmla="*/ 18 w 72"/>
                <a:gd name="T43" fmla="*/ 54 h 120"/>
                <a:gd name="T44" fmla="*/ 24 w 72"/>
                <a:gd name="T45" fmla="*/ 60 h 120"/>
                <a:gd name="T46" fmla="*/ 24 w 72"/>
                <a:gd name="T47" fmla="*/ 108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2" h="120">
                  <a:moveTo>
                    <a:pt x="54" y="120"/>
                  </a:moveTo>
                  <a:cubicBezTo>
                    <a:pt x="18" y="120"/>
                    <a:pt x="18" y="120"/>
                    <a:pt x="18" y="120"/>
                  </a:cubicBezTo>
                  <a:cubicBezTo>
                    <a:pt x="15" y="120"/>
                    <a:pt x="12" y="117"/>
                    <a:pt x="12" y="114"/>
                  </a:cubicBezTo>
                  <a:cubicBezTo>
                    <a:pt x="12" y="65"/>
                    <a:pt x="12" y="65"/>
                    <a:pt x="12" y="65"/>
                  </a:cubicBezTo>
                  <a:cubicBezTo>
                    <a:pt x="4" y="62"/>
                    <a:pt x="0" y="5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69" y="0"/>
                    <a:pt x="72" y="2"/>
                    <a:pt x="72" y="6"/>
                  </a:cubicBezTo>
                  <a:cubicBezTo>
                    <a:pt x="72" y="42"/>
                    <a:pt x="72" y="42"/>
                    <a:pt x="72" y="42"/>
                  </a:cubicBezTo>
                  <a:cubicBezTo>
                    <a:pt x="72" y="55"/>
                    <a:pt x="68" y="62"/>
                    <a:pt x="60" y="65"/>
                  </a:cubicBezTo>
                  <a:cubicBezTo>
                    <a:pt x="60" y="114"/>
                    <a:pt x="60" y="114"/>
                    <a:pt x="60" y="114"/>
                  </a:cubicBezTo>
                  <a:cubicBezTo>
                    <a:pt x="60" y="117"/>
                    <a:pt x="57" y="120"/>
                    <a:pt x="54" y="120"/>
                  </a:cubicBezTo>
                  <a:close/>
                  <a:moveTo>
                    <a:pt x="24" y="108"/>
                  </a:moveTo>
                  <a:cubicBezTo>
                    <a:pt x="48" y="108"/>
                    <a:pt x="48" y="108"/>
                    <a:pt x="48" y="108"/>
                  </a:cubicBezTo>
                  <a:cubicBezTo>
                    <a:pt x="48" y="60"/>
                    <a:pt x="48" y="60"/>
                    <a:pt x="48" y="60"/>
                  </a:cubicBezTo>
                  <a:cubicBezTo>
                    <a:pt x="48" y="56"/>
                    <a:pt x="51" y="54"/>
                    <a:pt x="54" y="54"/>
                  </a:cubicBezTo>
                  <a:cubicBezTo>
                    <a:pt x="57" y="54"/>
                    <a:pt x="60" y="54"/>
                    <a:pt x="60" y="4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54"/>
                    <a:pt x="15" y="54"/>
                    <a:pt x="18" y="54"/>
                  </a:cubicBezTo>
                  <a:cubicBezTo>
                    <a:pt x="21" y="54"/>
                    <a:pt x="24" y="56"/>
                    <a:pt x="24" y="60"/>
                  </a:cubicBezTo>
                  <a:lnTo>
                    <a:pt x="24" y="1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  <p:sp>
          <p:nvSpPr>
            <p:cNvPr id="110" name="Freeform 42">
              <a:extLst>
                <a:ext uri="{FF2B5EF4-FFF2-40B4-BE49-F238E27FC236}">
                  <a16:creationId xmlns:a16="http://schemas.microsoft.com/office/drawing/2014/main" id="{CE1D34F3-B4D1-9D0D-58AF-BACE13AA25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84" y="815"/>
              <a:ext cx="110" cy="180"/>
            </a:xfrm>
            <a:custGeom>
              <a:avLst/>
              <a:gdLst>
                <a:gd name="T0" fmla="*/ 54 w 72"/>
                <a:gd name="T1" fmla="*/ 120 h 120"/>
                <a:gd name="T2" fmla="*/ 18 w 72"/>
                <a:gd name="T3" fmla="*/ 120 h 120"/>
                <a:gd name="T4" fmla="*/ 12 w 72"/>
                <a:gd name="T5" fmla="*/ 114 h 120"/>
                <a:gd name="T6" fmla="*/ 12 w 72"/>
                <a:gd name="T7" fmla="*/ 65 h 120"/>
                <a:gd name="T8" fmla="*/ 0 w 72"/>
                <a:gd name="T9" fmla="*/ 42 h 120"/>
                <a:gd name="T10" fmla="*/ 0 w 72"/>
                <a:gd name="T11" fmla="*/ 6 h 120"/>
                <a:gd name="T12" fmla="*/ 6 w 72"/>
                <a:gd name="T13" fmla="*/ 0 h 120"/>
                <a:gd name="T14" fmla="*/ 66 w 72"/>
                <a:gd name="T15" fmla="*/ 0 h 120"/>
                <a:gd name="T16" fmla="*/ 72 w 72"/>
                <a:gd name="T17" fmla="*/ 6 h 120"/>
                <a:gd name="T18" fmla="*/ 72 w 72"/>
                <a:gd name="T19" fmla="*/ 42 h 120"/>
                <a:gd name="T20" fmla="*/ 60 w 72"/>
                <a:gd name="T21" fmla="*/ 65 h 120"/>
                <a:gd name="T22" fmla="*/ 60 w 72"/>
                <a:gd name="T23" fmla="*/ 114 h 120"/>
                <a:gd name="T24" fmla="*/ 54 w 72"/>
                <a:gd name="T25" fmla="*/ 120 h 120"/>
                <a:gd name="T26" fmla="*/ 24 w 72"/>
                <a:gd name="T27" fmla="*/ 108 h 120"/>
                <a:gd name="T28" fmla="*/ 48 w 72"/>
                <a:gd name="T29" fmla="*/ 108 h 120"/>
                <a:gd name="T30" fmla="*/ 48 w 72"/>
                <a:gd name="T31" fmla="*/ 60 h 120"/>
                <a:gd name="T32" fmla="*/ 54 w 72"/>
                <a:gd name="T33" fmla="*/ 54 h 120"/>
                <a:gd name="T34" fmla="*/ 60 w 72"/>
                <a:gd name="T35" fmla="*/ 42 h 120"/>
                <a:gd name="T36" fmla="*/ 60 w 72"/>
                <a:gd name="T37" fmla="*/ 12 h 120"/>
                <a:gd name="T38" fmla="*/ 12 w 72"/>
                <a:gd name="T39" fmla="*/ 12 h 120"/>
                <a:gd name="T40" fmla="*/ 12 w 72"/>
                <a:gd name="T41" fmla="*/ 42 h 120"/>
                <a:gd name="T42" fmla="*/ 18 w 72"/>
                <a:gd name="T43" fmla="*/ 54 h 120"/>
                <a:gd name="T44" fmla="*/ 24 w 72"/>
                <a:gd name="T45" fmla="*/ 60 h 120"/>
                <a:gd name="T46" fmla="*/ 24 w 72"/>
                <a:gd name="T47" fmla="*/ 108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2" h="120">
                  <a:moveTo>
                    <a:pt x="54" y="120"/>
                  </a:moveTo>
                  <a:cubicBezTo>
                    <a:pt x="18" y="120"/>
                    <a:pt x="18" y="120"/>
                    <a:pt x="18" y="120"/>
                  </a:cubicBezTo>
                  <a:cubicBezTo>
                    <a:pt x="15" y="120"/>
                    <a:pt x="12" y="117"/>
                    <a:pt x="12" y="114"/>
                  </a:cubicBezTo>
                  <a:cubicBezTo>
                    <a:pt x="12" y="65"/>
                    <a:pt x="12" y="65"/>
                    <a:pt x="12" y="65"/>
                  </a:cubicBezTo>
                  <a:cubicBezTo>
                    <a:pt x="4" y="62"/>
                    <a:pt x="0" y="5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69" y="0"/>
                    <a:pt x="72" y="2"/>
                    <a:pt x="72" y="6"/>
                  </a:cubicBezTo>
                  <a:cubicBezTo>
                    <a:pt x="72" y="42"/>
                    <a:pt x="72" y="42"/>
                    <a:pt x="72" y="42"/>
                  </a:cubicBezTo>
                  <a:cubicBezTo>
                    <a:pt x="72" y="55"/>
                    <a:pt x="68" y="62"/>
                    <a:pt x="60" y="65"/>
                  </a:cubicBezTo>
                  <a:cubicBezTo>
                    <a:pt x="60" y="114"/>
                    <a:pt x="60" y="114"/>
                    <a:pt x="60" y="114"/>
                  </a:cubicBezTo>
                  <a:cubicBezTo>
                    <a:pt x="60" y="117"/>
                    <a:pt x="57" y="120"/>
                    <a:pt x="54" y="120"/>
                  </a:cubicBezTo>
                  <a:close/>
                  <a:moveTo>
                    <a:pt x="24" y="108"/>
                  </a:moveTo>
                  <a:cubicBezTo>
                    <a:pt x="48" y="108"/>
                    <a:pt x="48" y="108"/>
                    <a:pt x="48" y="108"/>
                  </a:cubicBezTo>
                  <a:cubicBezTo>
                    <a:pt x="48" y="60"/>
                    <a:pt x="48" y="60"/>
                    <a:pt x="48" y="60"/>
                  </a:cubicBezTo>
                  <a:cubicBezTo>
                    <a:pt x="48" y="56"/>
                    <a:pt x="51" y="54"/>
                    <a:pt x="54" y="54"/>
                  </a:cubicBezTo>
                  <a:cubicBezTo>
                    <a:pt x="57" y="54"/>
                    <a:pt x="60" y="54"/>
                    <a:pt x="60" y="4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54"/>
                    <a:pt x="15" y="54"/>
                    <a:pt x="18" y="54"/>
                  </a:cubicBezTo>
                  <a:cubicBezTo>
                    <a:pt x="21" y="54"/>
                    <a:pt x="24" y="56"/>
                    <a:pt x="24" y="60"/>
                  </a:cubicBezTo>
                  <a:lnTo>
                    <a:pt x="24" y="1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  <p:sp>
          <p:nvSpPr>
            <p:cNvPr id="111" name="Freeform 43">
              <a:extLst>
                <a:ext uri="{FF2B5EF4-FFF2-40B4-BE49-F238E27FC236}">
                  <a16:creationId xmlns:a16="http://schemas.microsoft.com/office/drawing/2014/main" id="{D269C7ED-15C3-F59D-3D36-2522FAE81C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00" y="815"/>
              <a:ext cx="147" cy="251"/>
            </a:xfrm>
            <a:custGeom>
              <a:avLst/>
              <a:gdLst>
                <a:gd name="T0" fmla="*/ 66 w 96"/>
                <a:gd name="T1" fmla="*/ 168 h 168"/>
                <a:gd name="T2" fmla="*/ 30 w 96"/>
                <a:gd name="T3" fmla="*/ 168 h 168"/>
                <a:gd name="T4" fmla="*/ 24 w 96"/>
                <a:gd name="T5" fmla="*/ 162 h 168"/>
                <a:gd name="T6" fmla="*/ 24 w 96"/>
                <a:gd name="T7" fmla="*/ 95 h 168"/>
                <a:gd name="T8" fmla="*/ 0 w 96"/>
                <a:gd name="T9" fmla="*/ 66 h 168"/>
                <a:gd name="T10" fmla="*/ 0 w 96"/>
                <a:gd name="T11" fmla="*/ 6 h 168"/>
                <a:gd name="T12" fmla="*/ 6 w 96"/>
                <a:gd name="T13" fmla="*/ 0 h 168"/>
                <a:gd name="T14" fmla="*/ 90 w 96"/>
                <a:gd name="T15" fmla="*/ 0 h 168"/>
                <a:gd name="T16" fmla="*/ 96 w 96"/>
                <a:gd name="T17" fmla="*/ 6 h 168"/>
                <a:gd name="T18" fmla="*/ 96 w 96"/>
                <a:gd name="T19" fmla="*/ 66 h 168"/>
                <a:gd name="T20" fmla="*/ 72 w 96"/>
                <a:gd name="T21" fmla="*/ 95 h 168"/>
                <a:gd name="T22" fmla="*/ 72 w 96"/>
                <a:gd name="T23" fmla="*/ 162 h 168"/>
                <a:gd name="T24" fmla="*/ 66 w 96"/>
                <a:gd name="T25" fmla="*/ 168 h 168"/>
                <a:gd name="T26" fmla="*/ 36 w 96"/>
                <a:gd name="T27" fmla="*/ 156 h 168"/>
                <a:gd name="T28" fmla="*/ 60 w 96"/>
                <a:gd name="T29" fmla="*/ 156 h 168"/>
                <a:gd name="T30" fmla="*/ 60 w 96"/>
                <a:gd name="T31" fmla="*/ 90 h 168"/>
                <a:gd name="T32" fmla="*/ 66 w 96"/>
                <a:gd name="T33" fmla="*/ 84 h 168"/>
                <a:gd name="T34" fmla="*/ 84 w 96"/>
                <a:gd name="T35" fmla="*/ 66 h 168"/>
                <a:gd name="T36" fmla="*/ 84 w 96"/>
                <a:gd name="T37" fmla="*/ 12 h 168"/>
                <a:gd name="T38" fmla="*/ 12 w 96"/>
                <a:gd name="T39" fmla="*/ 12 h 168"/>
                <a:gd name="T40" fmla="*/ 12 w 96"/>
                <a:gd name="T41" fmla="*/ 66 h 168"/>
                <a:gd name="T42" fmla="*/ 30 w 96"/>
                <a:gd name="T43" fmla="*/ 84 h 168"/>
                <a:gd name="T44" fmla="*/ 36 w 96"/>
                <a:gd name="T45" fmla="*/ 90 h 168"/>
                <a:gd name="T46" fmla="*/ 36 w 96"/>
                <a:gd name="T47" fmla="*/ 15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6" h="168">
                  <a:moveTo>
                    <a:pt x="66" y="168"/>
                  </a:moveTo>
                  <a:cubicBezTo>
                    <a:pt x="30" y="168"/>
                    <a:pt x="30" y="168"/>
                    <a:pt x="30" y="168"/>
                  </a:cubicBezTo>
                  <a:cubicBezTo>
                    <a:pt x="27" y="168"/>
                    <a:pt x="24" y="165"/>
                    <a:pt x="24" y="162"/>
                  </a:cubicBezTo>
                  <a:cubicBezTo>
                    <a:pt x="24" y="95"/>
                    <a:pt x="24" y="95"/>
                    <a:pt x="24" y="95"/>
                  </a:cubicBezTo>
                  <a:cubicBezTo>
                    <a:pt x="10" y="92"/>
                    <a:pt x="0" y="80"/>
                    <a:pt x="0" y="6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93" y="0"/>
                    <a:pt x="96" y="2"/>
                    <a:pt x="96" y="6"/>
                  </a:cubicBezTo>
                  <a:cubicBezTo>
                    <a:pt x="96" y="66"/>
                    <a:pt x="96" y="66"/>
                    <a:pt x="96" y="66"/>
                  </a:cubicBezTo>
                  <a:cubicBezTo>
                    <a:pt x="96" y="80"/>
                    <a:pt x="86" y="92"/>
                    <a:pt x="72" y="95"/>
                  </a:cubicBezTo>
                  <a:cubicBezTo>
                    <a:pt x="72" y="162"/>
                    <a:pt x="72" y="162"/>
                    <a:pt x="72" y="162"/>
                  </a:cubicBezTo>
                  <a:cubicBezTo>
                    <a:pt x="72" y="165"/>
                    <a:pt x="69" y="168"/>
                    <a:pt x="66" y="168"/>
                  </a:cubicBezTo>
                  <a:close/>
                  <a:moveTo>
                    <a:pt x="36" y="156"/>
                  </a:moveTo>
                  <a:cubicBezTo>
                    <a:pt x="60" y="156"/>
                    <a:pt x="60" y="156"/>
                    <a:pt x="60" y="156"/>
                  </a:cubicBezTo>
                  <a:cubicBezTo>
                    <a:pt x="60" y="90"/>
                    <a:pt x="60" y="90"/>
                    <a:pt x="60" y="90"/>
                  </a:cubicBezTo>
                  <a:cubicBezTo>
                    <a:pt x="60" y="86"/>
                    <a:pt x="63" y="84"/>
                    <a:pt x="66" y="84"/>
                  </a:cubicBezTo>
                  <a:cubicBezTo>
                    <a:pt x="76" y="84"/>
                    <a:pt x="84" y="76"/>
                    <a:pt x="84" y="66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66"/>
                    <a:pt x="12" y="66"/>
                    <a:pt x="12" y="66"/>
                  </a:cubicBezTo>
                  <a:cubicBezTo>
                    <a:pt x="12" y="76"/>
                    <a:pt x="20" y="84"/>
                    <a:pt x="30" y="84"/>
                  </a:cubicBezTo>
                  <a:cubicBezTo>
                    <a:pt x="33" y="84"/>
                    <a:pt x="36" y="86"/>
                    <a:pt x="36" y="90"/>
                  </a:cubicBezTo>
                  <a:lnTo>
                    <a:pt x="36" y="15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  <p:sp>
          <p:nvSpPr>
            <p:cNvPr id="112" name="Freeform 44">
              <a:extLst>
                <a:ext uri="{FF2B5EF4-FFF2-40B4-BE49-F238E27FC236}">
                  <a16:creationId xmlns:a16="http://schemas.microsoft.com/office/drawing/2014/main" id="{D5F7E471-B289-3C78-F237-2854F48A02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71" y="726"/>
              <a:ext cx="74" cy="71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0"/>
                    <a:pt x="11" y="0"/>
                    <a:pt x="24" y="0"/>
                  </a:cubicBezTo>
                  <a:cubicBezTo>
                    <a:pt x="37" y="0"/>
                    <a:pt x="48" y="10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7" y="12"/>
                    <a:pt x="12" y="17"/>
                    <a:pt x="12" y="24"/>
                  </a:cubicBezTo>
                  <a:cubicBezTo>
                    <a:pt x="12" y="30"/>
                    <a:pt x="17" y="36"/>
                    <a:pt x="24" y="36"/>
                  </a:cubicBezTo>
                  <a:cubicBezTo>
                    <a:pt x="31" y="36"/>
                    <a:pt x="36" y="30"/>
                    <a:pt x="36" y="24"/>
                  </a:cubicBezTo>
                  <a:cubicBezTo>
                    <a:pt x="36" y="17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  <p:sp>
          <p:nvSpPr>
            <p:cNvPr id="113" name="Freeform 45">
              <a:extLst>
                <a:ext uri="{FF2B5EF4-FFF2-40B4-BE49-F238E27FC236}">
                  <a16:creationId xmlns:a16="http://schemas.microsoft.com/office/drawing/2014/main" id="{16747422-C9F8-A344-F21D-0FCA9E6DC8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02" y="726"/>
              <a:ext cx="74" cy="71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0"/>
                    <a:pt x="11" y="0"/>
                    <a:pt x="24" y="0"/>
                  </a:cubicBezTo>
                  <a:cubicBezTo>
                    <a:pt x="37" y="0"/>
                    <a:pt x="48" y="10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7" y="12"/>
                    <a:pt x="12" y="17"/>
                    <a:pt x="12" y="24"/>
                  </a:cubicBezTo>
                  <a:cubicBezTo>
                    <a:pt x="12" y="30"/>
                    <a:pt x="17" y="36"/>
                    <a:pt x="24" y="36"/>
                  </a:cubicBezTo>
                  <a:cubicBezTo>
                    <a:pt x="31" y="36"/>
                    <a:pt x="36" y="30"/>
                    <a:pt x="36" y="24"/>
                  </a:cubicBezTo>
                  <a:cubicBezTo>
                    <a:pt x="36" y="17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  <p:sp>
          <p:nvSpPr>
            <p:cNvPr id="114" name="Freeform 46">
              <a:extLst>
                <a:ext uri="{FF2B5EF4-FFF2-40B4-BE49-F238E27FC236}">
                  <a16:creationId xmlns:a16="http://schemas.microsoft.com/office/drawing/2014/main" id="{1260E201-B46F-8771-FC60-4445DE4760B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18" y="690"/>
              <a:ext cx="111" cy="107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12 h 72"/>
                <a:gd name="T12" fmla="*/ 12 w 72"/>
                <a:gd name="T13" fmla="*/ 36 h 72"/>
                <a:gd name="T14" fmla="*/ 36 w 72"/>
                <a:gd name="T15" fmla="*/ 60 h 72"/>
                <a:gd name="T16" fmla="*/ 60 w 72"/>
                <a:gd name="T17" fmla="*/ 36 h 72"/>
                <a:gd name="T18" fmla="*/ 36 w 72"/>
                <a:gd name="T19" fmla="*/ 1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5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5"/>
                    <a:pt x="56" y="72"/>
                    <a:pt x="36" y="72"/>
                  </a:cubicBezTo>
                  <a:close/>
                  <a:moveTo>
                    <a:pt x="36" y="12"/>
                  </a:moveTo>
                  <a:cubicBezTo>
                    <a:pt x="23" y="12"/>
                    <a:pt x="12" y="22"/>
                    <a:pt x="12" y="36"/>
                  </a:cubicBezTo>
                  <a:cubicBezTo>
                    <a:pt x="12" y="49"/>
                    <a:pt x="23" y="60"/>
                    <a:pt x="36" y="60"/>
                  </a:cubicBezTo>
                  <a:cubicBezTo>
                    <a:pt x="49" y="60"/>
                    <a:pt x="60" y="49"/>
                    <a:pt x="60" y="36"/>
                  </a:cubicBezTo>
                  <a:cubicBezTo>
                    <a:pt x="60" y="22"/>
                    <a:pt x="49" y="12"/>
                    <a:pt x="3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</p:grpSp>
      <p:sp>
        <p:nvSpPr>
          <p:cNvPr id="115" name="Freeform 116">
            <a:extLst>
              <a:ext uri="{FF2B5EF4-FFF2-40B4-BE49-F238E27FC236}">
                <a16:creationId xmlns:a16="http://schemas.microsoft.com/office/drawing/2014/main" id="{86AC84D3-0FBA-EACA-0C27-60E59C0DBCE1}"/>
              </a:ext>
            </a:extLst>
          </p:cNvPr>
          <p:cNvSpPr>
            <a:spLocks noEditPoints="1"/>
          </p:cNvSpPr>
          <p:nvPr/>
        </p:nvSpPr>
        <p:spPr bwMode="auto">
          <a:xfrm>
            <a:off x="10855486" y="3512087"/>
            <a:ext cx="303675" cy="282665"/>
          </a:xfrm>
          <a:custGeom>
            <a:avLst/>
            <a:gdLst>
              <a:gd name="T0" fmla="*/ 275 w 303"/>
              <a:gd name="T1" fmla="*/ 162 h 288"/>
              <a:gd name="T2" fmla="*/ 278 w 303"/>
              <a:gd name="T3" fmla="*/ 162 h 288"/>
              <a:gd name="T4" fmla="*/ 139 w 303"/>
              <a:gd name="T5" fmla="*/ 22 h 288"/>
              <a:gd name="T6" fmla="*/ 113 w 303"/>
              <a:gd name="T7" fmla="*/ 0 h 288"/>
              <a:gd name="T8" fmla="*/ 91 w 303"/>
              <a:gd name="T9" fmla="*/ 37 h 288"/>
              <a:gd name="T10" fmla="*/ 43 w 303"/>
              <a:gd name="T11" fmla="*/ 84 h 288"/>
              <a:gd name="T12" fmla="*/ 34 w 303"/>
              <a:gd name="T13" fmla="*/ 83 h 288"/>
              <a:gd name="T14" fmla="*/ 26 w 303"/>
              <a:gd name="T15" fmla="*/ 150 h 288"/>
              <a:gd name="T16" fmla="*/ 77 w 303"/>
              <a:gd name="T17" fmla="*/ 249 h 288"/>
              <a:gd name="T18" fmla="*/ 97 w 303"/>
              <a:gd name="T19" fmla="*/ 288 h 288"/>
              <a:gd name="T20" fmla="*/ 121 w 303"/>
              <a:gd name="T21" fmla="*/ 271 h 288"/>
              <a:gd name="T22" fmla="*/ 253 w 303"/>
              <a:gd name="T23" fmla="*/ 225 h 288"/>
              <a:gd name="T24" fmla="*/ 269 w 303"/>
              <a:gd name="T25" fmla="*/ 229 h 288"/>
              <a:gd name="T26" fmla="*/ 253 w 303"/>
              <a:gd name="T27" fmla="*/ 165 h 288"/>
              <a:gd name="T28" fmla="*/ 247 w 303"/>
              <a:gd name="T29" fmla="*/ 170 h 288"/>
              <a:gd name="T30" fmla="*/ 238 w 303"/>
              <a:gd name="T31" fmla="*/ 209 h 288"/>
              <a:gd name="T32" fmla="*/ 115 w 303"/>
              <a:gd name="T33" fmla="*/ 224 h 288"/>
              <a:gd name="T34" fmla="*/ 45 w 303"/>
              <a:gd name="T35" fmla="*/ 148 h 288"/>
              <a:gd name="T36" fmla="*/ 66 w 303"/>
              <a:gd name="T37" fmla="*/ 104 h 288"/>
              <a:gd name="T38" fmla="*/ 170 w 303"/>
              <a:gd name="T39" fmla="*/ 134 h 288"/>
              <a:gd name="T40" fmla="*/ 253 w 303"/>
              <a:gd name="T41" fmla="*/ 165 h 288"/>
              <a:gd name="T42" fmla="*/ 250 w 303"/>
              <a:gd name="T43" fmla="*/ 168 h 288"/>
              <a:gd name="T44" fmla="*/ 247 w 303"/>
              <a:gd name="T45" fmla="*/ 170 h 288"/>
              <a:gd name="T46" fmla="*/ 243 w 303"/>
              <a:gd name="T47" fmla="*/ 174 h 288"/>
              <a:gd name="T48" fmla="*/ 241 w 303"/>
              <a:gd name="T49" fmla="*/ 177 h 288"/>
              <a:gd name="T50" fmla="*/ 239 w 303"/>
              <a:gd name="T51" fmla="*/ 181 h 288"/>
              <a:gd name="T52" fmla="*/ 237 w 303"/>
              <a:gd name="T53" fmla="*/ 186 h 288"/>
              <a:gd name="T54" fmla="*/ 236 w 303"/>
              <a:gd name="T55" fmla="*/ 190 h 288"/>
              <a:gd name="T56" fmla="*/ 139 w 303"/>
              <a:gd name="T57" fmla="*/ 91 h 288"/>
              <a:gd name="T58" fmla="*/ 170 w 303"/>
              <a:gd name="T59" fmla="*/ 123 h 288"/>
              <a:gd name="T60" fmla="*/ 128 w 303"/>
              <a:gd name="T61" fmla="*/ 25 h 288"/>
              <a:gd name="T62" fmla="*/ 110 w 303"/>
              <a:gd name="T63" fmla="*/ 39 h 288"/>
              <a:gd name="T64" fmla="*/ 52 w 303"/>
              <a:gd name="T65" fmla="*/ 88 h 288"/>
              <a:gd name="T66" fmla="*/ 60 w 303"/>
              <a:gd name="T67" fmla="*/ 77 h 288"/>
              <a:gd name="T68" fmla="*/ 99 w 303"/>
              <a:gd name="T69" fmla="*/ 45 h 288"/>
              <a:gd name="T70" fmla="*/ 137 w 303"/>
              <a:gd name="T71" fmla="*/ 33 h 288"/>
              <a:gd name="T72" fmla="*/ 137 w 303"/>
              <a:gd name="T73" fmla="*/ 32 h 288"/>
              <a:gd name="T74" fmla="*/ 152 w 303"/>
              <a:gd name="T75" fmla="*/ 31 h 288"/>
              <a:gd name="T76" fmla="*/ 184 w 303"/>
              <a:gd name="T77" fmla="*/ 36 h 288"/>
              <a:gd name="T78" fmla="*/ 269 w 303"/>
              <a:gd name="T79" fmla="*/ 140 h 288"/>
              <a:gd name="T80" fmla="*/ 269 w 303"/>
              <a:gd name="T81" fmla="*/ 148 h 288"/>
              <a:gd name="T82" fmla="*/ 213 w 303"/>
              <a:gd name="T83" fmla="*/ 91 h 288"/>
              <a:gd name="T84" fmla="*/ 60 w 303"/>
              <a:gd name="T85" fmla="*/ 94 h 288"/>
              <a:gd name="T86" fmla="*/ 59 w 303"/>
              <a:gd name="T87" fmla="*/ 94 h 288"/>
              <a:gd name="T88" fmla="*/ 52 w 303"/>
              <a:gd name="T89" fmla="*/ 88 h 288"/>
              <a:gd name="T90" fmla="*/ 47 w 303"/>
              <a:gd name="T91" fmla="*/ 97 h 288"/>
              <a:gd name="T92" fmla="*/ 34 w 303"/>
              <a:gd name="T93" fmla="*/ 140 h 288"/>
              <a:gd name="T94" fmla="*/ 83 w 303"/>
              <a:gd name="T95" fmla="*/ 263 h 288"/>
              <a:gd name="T96" fmla="*/ 109 w 303"/>
              <a:gd name="T97" fmla="*/ 255 h 288"/>
              <a:gd name="T98" fmla="*/ 97 w 303"/>
              <a:gd name="T99" fmla="*/ 278 h 288"/>
              <a:gd name="T100" fmla="*/ 122 w 303"/>
              <a:gd name="T101" fmla="*/ 261 h 288"/>
              <a:gd name="T102" fmla="*/ 121 w 303"/>
              <a:gd name="T103" fmla="*/ 260 h 288"/>
              <a:gd name="T104" fmla="*/ 84 w 303"/>
              <a:gd name="T105" fmla="*/ 242 h 288"/>
              <a:gd name="T106" fmla="*/ 56 w 303"/>
              <a:gd name="T107" fmla="*/ 213 h 288"/>
              <a:gd name="T108" fmla="*/ 38 w 303"/>
              <a:gd name="T109" fmla="*/ 165 h 288"/>
              <a:gd name="T110" fmla="*/ 112 w 303"/>
              <a:gd name="T111" fmla="*/ 233 h 288"/>
              <a:gd name="T112" fmla="*/ 243 w 303"/>
              <a:gd name="T113" fmla="*/ 218 h 288"/>
              <a:gd name="T114" fmla="*/ 245 w 303"/>
              <a:gd name="T115" fmla="*/ 219 h 288"/>
              <a:gd name="T116" fmla="*/ 246 w 303"/>
              <a:gd name="T117" fmla="*/ 195 h 288"/>
              <a:gd name="T118" fmla="*/ 270 w 303"/>
              <a:gd name="T119" fmla="*/ 219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303" h="288">
                <a:moveTo>
                  <a:pt x="279" y="163"/>
                </a:moveTo>
                <a:cubicBezTo>
                  <a:pt x="279" y="163"/>
                  <a:pt x="279" y="163"/>
                  <a:pt x="279" y="163"/>
                </a:cubicBezTo>
                <a:cubicBezTo>
                  <a:pt x="278" y="162"/>
                  <a:pt x="277" y="162"/>
                  <a:pt x="275" y="162"/>
                </a:cubicBezTo>
                <a:cubicBezTo>
                  <a:pt x="277" y="162"/>
                  <a:pt x="278" y="162"/>
                  <a:pt x="279" y="163"/>
                </a:cubicBezTo>
                <a:cubicBezTo>
                  <a:pt x="278" y="162"/>
                  <a:pt x="278" y="162"/>
                  <a:pt x="278" y="162"/>
                </a:cubicBezTo>
                <a:cubicBezTo>
                  <a:pt x="278" y="162"/>
                  <a:pt x="278" y="162"/>
                  <a:pt x="278" y="162"/>
                </a:cubicBezTo>
                <a:cubicBezTo>
                  <a:pt x="279" y="157"/>
                  <a:pt x="279" y="152"/>
                  <a:pt x="279" y="148"/>
                </a:cubicBezTo>
                <a:cubicBezTo>
                  <a:pt x="279" y="78"/>
                  <a:pt x="223" y="21"/>
                  <a:pt x="153" y="21"/>
                </a:cubicBezTo>
                <a:cubicBezTo>
                  <a:pt x="148" y="21"/>
                  <a:pt x="144" y="21"/>
                  <a:pt x="139" y="22"/>
                </a:cubicBezTo>
                <a:cubicBezTo>
                  <a:pt x="139" y="22"/>
                  <a:pt x="139" y="22"/>
                  <a:pt x="139" y="22"/>
                </a:cubicBezTo>
                <a:cubicBezTo>
                  <a:pt x="138" y="21"/>
                  <a:pt x="138" y="21"/>
                  <a:pt x="138" y="21"/>
                </a:cubicBezTo>
                <a:cubicBezTo>
                  <a:pt x="136" y="9"/>
                  <a:pt x="125" y="0"/>
                  <a:pt x="113" y="0"/>
                </a:cubicBezTo>
                <a:cubicBezTo>
                  <a:pt x="100" y="0"/>
                  <a:pt x="88" y="11"/>
                  <a:pt x="88" y="25"/>
                </a:cubicBezTo>
                <a:cubicBezTo>
                  <a:pt x="88" y="29"/>
                  <a:pt x="89" y="33"/>
                  <a:pt x="91" y="36"/>
                </a:cubicBezTo>
                <a:cubicBezTo>
                  <a:pt x="91" y="37"/>
                  <a:pt x="91" y="37"/>
                  <a:pt x="91" y="37"/>
                </a:cubicBezTo>
                <a:cubicBezTo>
                  <a:pt x="91" y="37"/>
                  <a:pt x="91" y="37"/>
                  <a:pt x="91" y="37"/>
                </a:cubicBezTo>
                <a:cubicBezTo>
                  <a:pt x="71" y="48"/>
                  <a:pt x="55" y="64"/>
                  <a:pt x="44" y="83"/>
                </a:cubicBezTo>
                <a:cubicBezTo>
                  <a:pt x="43" y="84"/>
                  <a:pt x="43" y="84"/>
                  <a:pt x="43" y="84"/>
                </a:cubicBezTo>
                <a:cubicBezTo>
                  <a:pt x="43" y="84"/>
                  <a:pt x="43" y="84"/>
                  <a:pt x="43" y="84"/>
                </a:cubicBezTo>
                <a:cubicBezTo>
                  <a:pt x="41" y="84"/>
                  <a:pt x="39" y="83"/>
                  <a:pt x="38" y="83"/>
                </a:cubicBezTo>
                <a:cubicBezTo>
                  <a:pt x="37" y="83"/>
                  <a:pt x="36" y="83"/>
                  <a:pt x="34" y="83"/>
                </a:cubicBezTo>
                <a:cubicBezTo>
                  <a:pt x="15" y="83"/>
                  <a:pt x="0" y="98"/>
                  <a:pt x="0" y="117"/>
                </a:cubicBezTo>
                <a:cubicBezTo>
                  <a:pt x="0" y="132"/>
                  <a:pt x="11" y="146"/>
                  <a:pt x="25" y="150"/>
                </a:cubicBezTo>
                <a:cubicBezTo>
                  <a:pt x="26" y="150"/>
                  <a:pt x="26" y="150"/>
                  <a:pt x="26" y="150"/>
                </a:cubicBezTo>
                <a:cubicBezTo>
                  <a:pt x="26" y="151"/>
                  <a:pt x="26" y="151"/>
                  <a:pt x="26" y="151"/>
                </a:cubicBezTo>
                <a:cubicBezTo>
                  <a:pt x="27" y="189"/>
                  <a:pt x="45" y="226"/>
                  <a:pt x="76" y="249"/>
                </a:cubicBezTo>
                <a:cubicBezTo>
                  <a:pt x="77" y="249"/>
                  <a:pt x="77" y="249"/>
                  <a:pt x="77" y="249"/>
                </a:cubicBezTo>
                <a:cubicBezTo>
                  <a:pt x="76" y="250"/>
                  <a:pt x="76" y="250"/>
                  <a:pt x="76" y="250"/>
                </a:cubicBezTo>
                <a:cubicBezTo>
                  <a:pt x="73" y="255"/>
                  <a:pt x="72" y="259"/>
                  <a:pt x="72" y="263"/>
                </a:cubicBezTo>
                <a:cubicBezTo>
                  <a:pt x="72" y="278"/>
                  <a:pt x="83" y="288"/>
                  <a:pt x="97" y="288"/>
                </a:cubicBezTo>
                <a:cubicBezTo>
                  <a:pt x="108" y="288"/>
                  <a:pt x="117" y="282"/>
                  <a:pt x="120" y="272"/>
                </a:cubicBezTo>
                <a:cubicBezTo>
                  <a:pt x="121" y="271"/>
                  <a:pt x="121" y="271"/>
                  <a:pt x="121" y="271"/>
                </a:cubicBezTo>
                <a:cubicBezTo>
                  <a:pt x="121" y="271"/>
                  <a:pt x="121" y="271"/>
                  <a:pt x="121" y="271"/>
                </a:cubicBezTo>
                <a:cubicBezTo>
                  <a:pt x="131" y="273"/>
                  <a:pt x="141" y="275"/>
                  <a:pt x="153" y="275"/>
                </a:cubicBezTo>
                <a:cubicBezTo>
                  <a:pt x="191" y="275"/>
                  <a:pt x="228" y="257"/>
                  <a:pt x="253" y="226"/>
                </a:cubicBezTo>
                <a:cubicBezTo>
                  <a:pt x="253" y="225"/>
                  <a:pt x="253" y="225"/>
                  <a:pt x="253" y="225"/>
                </a:cubicBezTo>
                <a:cubicBezTo>
                  <a:pt x="254" y="226"/>
                  <a:pt x="254" y="226"/>
                  <a:pt x="254" y="226"/>
                </a:cubicBezTo>
                <a:cubicBezTo>
                  <a:pt x="256" y="227"/>
                  <a:pt x="259" y="228"/>
                  <a:pt x="262" y="228"/>
                </a:cubicBezTo>
                <a:cubicBezTo>
                  <a:pt x="265" y="229"/>
                  <a:pt x="267" y="229"/>
                  <a:pt x="269" y="229"/>
                </a:cubicBezTo>
                <a:cubicBezTo>
                  <a:pt x="288" y="229"/>
                  <a:pt x="303" y="214"/>
                  <a:pt x="303" y="195"/>
                </a:cubicBezTo>
                <a:cubicBezTo>
                  <a:pt x="303" y="180"/>
                  <a:pt x="293" y="167"/>
                  <a:pt x="279" y="163"/>
                </a:cubicBezTo>
                <a:close/>
                <a:moveTo>
                  <a:pt x="253" y="165"/>
                </a:moveTo>
                <a:cubicBezTo>
                  <a:pt x="252" y="166"/>
                  <a:pt x="251" y="167"/>
                  <a:pt x="250" y="167"/>
                </a:cubicBezTo>
                <a:cubicBezTo>
                  <a:pt x="250" y="168"/>
                  <a:pt x="249" y="168"/>
                  <a:pt x="249" y="169"/>
                </a:cubicBezTo>
                <a:cubicBezTo>
                  <a:pt x="248" y="169"/>
                  <a:pt x="248" y="169"/>
                  <a:pt x="247" y="170"/>
                </a:cubicBezTo>
                <a:cubicBezTo>
                  <a:pt x="240" y="176"/>
                  <a:pt x="235" y="185"/>
                  <a:pt x="235" y="195"/>
                </a:cubicBezTo>
                <a:cubicBezTo>
                  <a:pt x="235" y="200"/>
                  <a:pt x="236" y="204"/>
                  <a:pt x="238" y="208"/>
                </a:cubicBezTo>
                <a:cubicBezTo>
                  <a:pt x="238" y="209"/>
                  <a:pt x="238" y="209"/>
                  <a:pt x="238" y="209"/>
                </a:cubicBezTo>
                <a:cubicBezTo>
                  <a:pt x="238" y="209"/>
                  <a:pt x="238" y="209"/>
                  <a:pt x="238" y="209"/>
                </a:cubicBezTo>
                <a:cubicBezTo>
                  <a:pt x="219" y="219"/>
                  <a:pt x="191" y="231"/>
                  <a:pt x="158" y="231"/>
                </a:cubicBezTo>
                <a:cubicBezTo>
                  <a:pt x="143" y="231"/>
                  <a:pt x="129" y="229"/>
                  <a:pt x="115" y="224"/>
                </a:cubicBezTo>
                <a:cubicBezTo>
                  <a:pt x="61" y="204"/>
                  <a:pt x="48" y="165"/>
                  <a:pt x="46" y="149"/>
                </a:cubicBezTo>
                <a:cubicBezTo>
                  <a:pt x="46" y="149"/>
                  <a:pt x="46" y="149"/>
                  <a:pt x="46" y="149"/>
                </a:cubicBezTo>
                <a:cubicBezTo>
                  <a:pt x="45" y="148"/>
                  <a:pt x="45" y="148"/>
                  <a:pt x="45" y="148"/>
                </a:cubicBezTo>
                <a:cubicBezTo>
                  <a:pt x="46" y="148"/>
                  <a:pt x="46" y="148"/>
                  <a:pt x="46" y="148"/>
                </a:cubicBezTo>
                <a:cubicBezTo>
                  <a:pt x="59" y="143"/>
                  <a:pt x="68" y="131"/>
                  <a:pt x="68" y="117"/>
                </a:cubicBezTo>
                <a:cubicBezTo>
                  <a:pt x="68" y="113"/>
                  <a:pt x="67" y="108"/>
                  <a:pt x="66" y="104"/>
                </a:cubicBezTo>
                <a:cubicBezTo>
                  <a:pt x="76" y="99"/>
                  <a:pt x="99" y="88"/>
                  <a:pt x="128" y="86"/>
                </a:cubicBezTo>
                <a:cubicBezTo>
                  <a:pt x="127" y="88"/>
                  <a:pt x="127" y="90"/>
                  <a:pt x="127" y="91"/>
                </a:cubicBezTo>
                <a:cubicBezTo>
                  <a:pt x="127" y="115"/>
                  <a:pt x="146" y="134"/>
                  <a:pt x="170" y="134"/>
                </a:cubicBezTo>
                <a:cubicBezTo>
                  <a:pt x="188" y="134"/>
                  <a:pt x="203" y="124"/>
                  <a:pt x="209" y="109"/>
                </a:cubicBezTo>
                <a:cubicBezTo>
                  <a:pt x="228" y="122"/>
                  <a:pt x="245" y="140"/>
                  <a:pt x="261" y="162"/>
                </a:cubicBezTo>
                <a:cubicBezTo>
                  <a:pt x="258" y="163"/>
                  <a:pt x="256" y="164"/>
                  <a:pt x="253" y="165"/>
                </a:cubicBezTo>
                <a:cubicBezTo>
                  <a:pt x="253" y="165"/>
                  <a:pt x="253" y="165"/>
                  <a:pt x="253" y="165"/>
                </a:cubicBezTo>
                <a:cubicBezTo>
                  <a:pt x="253" y="165"/>
                  <a:pt x="253" y="165"/>
                  <a:pt x="253" y="165"/>
                </a:cubicBezTo>
                <a:close/>
                <a:moveTo>
                  <a:pt x="250" y="168"/>
                </a:moveTo>
                <a:cubicBezTo>
                  <a:pt x="250" y="168"/>
                  <a:pt x="249" y="168"/>
                  <a:pt x="249" y="168"/>
                </a:cubicBezTo>
                <a:cubicBezTo>
                  <a:pt x="249" y="168"/>
                  <a:pt x="250" y="168"/>
                  <a:pt x="250" y="168"/>
                </a:cubicBezTo>
                <a:close/>
                <a:moveTo>
                  <a:pt x="247" y="170"/>
                </a:moveTo>
                <a:cubicBezTo>
                  <a:pt x="246" y="170"/>
                  <a:pt x="246" y="171"/>
                  <a:pt x="246" y="171"/>
                </a:cubicBezTo>
                <a:cubicBezTo>
                  <a:pt x="246" y="171"/>
                  <a:pt x="246" y="170"/>
                  <a:pt x="247" y="170"/>
                </a:cubicBezTo>
                <a:close/>
                <a:moveTo>
                  <a:pt x="243" y="174"/>
                </a:moveTo>
                <a:cubicBezTo>
                  <a:pt x="243" y="174"/>
                  <a:pt x="243" y="174"/>
                  <a:pt x="243" y="174"/>
                </a:cubicBezTo>
                <a:cubicBezTo>
                  <a:pt x="243" y="174"/>
                  <a:pt x="243" y="174"/>
                  <a:pt x="243" y="174"/>
                </a:cubicBezTo>
                <a:close/>
                <a:moveTo>
                  <a:pt x="241" y="177"/>
                </a:moveTo>
                <a:cubicBezTo>
                  <a:pt x="241" y="178"/>
                  <a:pt x="240" y="178"/>
                  <a:pt x="240" y="178"/>
                </a:cubicBezTo>
                <a:cubicBezTo>
                  <a:pt x="240" y="178"/>
                  <a:pt x="241" y="178"/>
                  <a:pt x="241" y="177"/>
                </a:cubicBezTo>
                <a:close/>
                <a:moveTo>
                  <a:pt x="239" y="181"/>
                </a:moveTo>
                <a:cubicBezTo>
                  <a:pt x="239" y="181"/>
                  <a:pt x="238" y="182"/>
                  <a:pt x="238" y="182"/>
                </a:cubicBezTo>
                <a:cubicBezTo>
                  <a:pt x="238" y="182"/>
                  <a:pt x="239" y="181"/>
                  <a:pt x="239" y="181"/>
                </a:cubicBezTo>
                <a:close/>
                <a:moveTo>
                  <a:pt x="237" y="186"/>
                </a:moveTo>
                <a:cubicBezTo>
                  <a:pt x="237" y="186"/>
                  <a:pt x="237" y="186"/>
                  <a:pt x="237" y="187"/>
                </a:cubicBezTo>
                <a:cubicBezTo>
                  <a:pt x="237" y="186"/>
                  <a:pt x="237" y="186"/>
                  <a:pt x="237" y="186"/>
                </a:cubicBezTo>
                <a:close/>
                <a:moveTo>
                  <a:pt x="236" y="190"/>
                </a:moveTo>
                <a:cubicBezTo>
                  <a:pt x="236" y="190"/>
                  <a:pt x="236" y="191"/>
                  <a:pt x="236" y="191"/>
                </a:cubicBezTo>
                <a:cubicBezTo>
                  <a:pt x="236" y="191"/>
                  <a:pt x="236" y="190"/>
                  <a:pt x="236" y="190"/>
                </a:cubicBezTo>
                <a:close/>
                <a:moveTo>
                  <a:pt x="139" y="91"/>
                </a:moveTo>
                <a:cubicBezTo>
                  <a:pt x="139" y="74"/>
                  <a:pt x="153" y="60"/>
                  <a:pt x="170" y="60"/>
                </a:cubicBezTo>
                <a:cubicBezTo>
                  <a:pt x="187" y="60"/>
                  <a:pt x="201" y="74"/>
                  <a:pt x="201" y="91"/>
                </a:cubicBezTo>
                <a:cubicBezTo>
                  <a:pt x="201" y="109"/>
                  <a:pt x="187" y="123"/>
                  <a:pt x="170" y="123"/>
                </a:cubicBezTo>
                <a:cubicBezTo>
                  <a:pt x="153" y="123"/>
                  <a:pt x="139" y="109"/>
                  <a:pt x="139" y="91"/>
                </a:cubicBezTo>
                <a:close/>
                <a:moveTo>
                  <a:pt x="113" y="11"/>
                </a:moveTo>
                <a:cubicBezTo>
                  <a:pt x="122" y="11"/>
                  <a:pt x="128" y="17"/>
                  <a:pt x="128" y="25"/>
                </a:cubicBezTo>
                <a:cubicBezTo>
                  <a:pt x="128" y="28"/>
                  <a:pt x="127" y="32"/>
                  <a:pt x="124" y="35"/>
                </a:cubicBezTo>
                <a:cubicBezTo>
                  <a:pt x="122" y="38"/>
                  <a:pt x="118" y="40"/>
                  <a:pt x="113" y="40"/>
                </a:cubicBezTo>
                <a:cubicBezTo>
                  <a:pt x="112" y="40"/>
                  <a:pt x="111" y="40"/>
                  <a:pt x="110" y="39"/>
                </a:cubicBezTo>
                <a:cubicBezTo>
                  <a:pt x="103" y="38"/>
                  <a:pt x="99" y="31"/>
                  <a:pt x="99" y="25"/>
                </a:cubicBezTo>
                <a:cubicBezTo>
                  <a:pt x="99" y="17"/>
                  <a:pt x="105" y="11"/>
                  <a:pt x="113" y="11"/>
                </a:cubicBezTo>
                <a:close/>
                <a:moveTo>
                  <a:pt x="52" y="88"/>
                </a:moveTo>
                <a:cubicBezTo>
                  <a:pt x="53" y="87"/>
                  <a:pt x="53" y="87"/>
                  <a:pt x="53" y="87"/>
                </a:cubicBezTo>
                <a:cubicBezTo>
                  <a:pt x="55" y="84"/>
                  <a:pt x="57" y="81"/>
                  <a:pt x="59" y="78"/>
                </a:cubicBezTo>
                <a:cubicBezTo>
                  <a:pt x="59" y="78"/>
                  <a:pt x="60" y="78"/>
                  <a:pt x="60" y="77"/>
                </a:cubicBezTo>
                <a:cubicBezTo>
                  <a:pt x="61" y="76"/>
                  <a:pt x="62" y="75"/>
                  <a:pt x="62" y="74"/>
                </a:cubicBezTo>
                <a:cubicBezTo>
                  <a:pt x="72" y="62"/>
                  <a:pt x="85" y="52"/>
                  <a:pt x="98" y="45"/>
                </a:cubicBezTo>
                <a:cubicBezTo>
                  <a:pt x="99" y="45"/>
                  <a:pt x="99" y="45"/>
                  <a:pt x="99" y="45"/>
                </a:cubicBezTo>
                <a:cubicBezTo>
                  <a:pt x="99" y="45"/>
                  <a:pt x="99" y="45"/>
                  <a:pt x="99" y="45"/>
                </a:cubicBezTo>
                <a:cubicBezTo>
                  <a:pt x="103" y="48"/>
                  <a:pt x="109" y="50"/>
                  <a:pt x="113" y="50"/>
                </a:cubicBezTo>
                <a:cubicBezTo>
                  <a:pt x="124" y="50"/>
                  <a:pt x="133" y="43"/>
                  <a:pt x="137" y="33"/>
                </a:cubicBezTo>
                <a:cubicBezTo>
                  <a:pt x="137" y="32"/>
                  <a:pt x="137" y="32"/>
                  <a:pt x="137" y="32"/>
                </a:cubicBezTo>
                <a:cubicBezTo>
                  <a:pt x="137" y="32"/>
                  <a:pt x="137" y="32"/>
                  <a:pt x="137" y="32"/>
                </a:cubicBezTo>
                <a:cubicBezTo>
                  <a:pt x="137" y="32"/>
                  <a:pt x="137" y="32"/>
                  <a:pt x="137" y="32"/>
                </a:cubicBezTo>
                <a:cubicBezTo>
                  <a:pt x="142" y="31"/>
                  <a:pt x="147" y="31"/>
                  <a:pt x="152" y="31"/>
                </a:cubicBezTo>
                <a:cubicBezTo>
                  <a:pt x="152" y="31"/>
                  <a:pt x="152" y="31"/>
                  <a:pt x="152" y="31"/>
                </a:cubicBezTo>
                <a:cubicBezTo>
                  <a:pt x="152" y="31"/>
                  <a:pt x="152" y="31"/>
                  <a:pt x="152" y="31"/>
                </a:cubicBezTo>
                <a:cubicBezTo>
                  <a:pt x="153" y="31"/>
                  <a:pt x="153" y="31"/>
                  <a:pt x="153" y="31"/>
                </a:cubicBezTo>
                <a:cubicBezTo>
                  <a:pt x="163" y="31"/>
                  <a:pt x="172" y="32"/>
                  <a:pt x="181" y="35"/>
                </a:cubicBezTo>
                <a:cubicBezTo>
                  <a:pt x="182" y="35"/>
                  <a:pt x="183" y="35"/>
                  <a:pt x="184" y="36"/>
                </a:cubicBezTo>
                <a:cubicBezTo>
                  <a:pt x="185" y="36"/>
                  <a:pt x="185" y="36"/>
                  <a:pt x="186" y="36"/>
                </a:cubicBezTo>
                <a:cubicBezTo>
                  <a:pt x="224" y="48"/>
                  <a:pt x="254" y="78"/>
                  <a:pt x="265" y="117"/>
                </a:cubicBezTo>
                <a:cubicBezTo>
                  <a:pt x="267" y="124"/>
                  <a:pt x="268" y="132"/>
                  <a:pt x="269" y="140"/>
                </a:cubicBezTo>
                <a:cubicBezTo>
                  <a:pt x="269" y="142"/>
                  <a:pt x="269" y="143"/>
                  <a:pt x="269" y="145"/>
                </a:cubicBezTo>
                <a:cubicBezTo>
                  <a:pt x="269" y="148"/>
                  <a:pt x="269" y="148"/>
                  <a:pt x="269" y="148"/>
                </a:cubicBezTo>
                <a:cubicBezTo>
                  <a:pt x="269" y="148"/>
                  <a:pt x="269" y="148"/>
                  <a:pt x="269" y="148"/>
                </a:cubicBezTo>
                <a:cubicBezTo>
                  <a:pt x="269" y="150"/>
                  <a:pt x="269" y="151"/>
                  <a:pt x="269" y="153"/>
                </a:cubicBezTo>
                <a:cubicBezTo>
                  <a:pt x="252" y="129"/>
                  <a:pt x="233" y="111"/>
                  <a:pt x="213" y="97"/>
                </a:cubicBezTo>
                <a:cubicBezTo>
                  <a:pt x="213" y="95"/>
                  <a:pt x="213" y="93"/>
                  <a:pt x="213" y="91"/>
                </a:cubicBezTo>
                <a:cubicBezTo>
                  <a:pt x="213" y="68"/>
                  <a:pt x="194" y="48"/>
                  <a:pt x="170" y="48"/>
                </a:cubicBezTo>
                <a:cubicBezTo>
                  <a:pt x="153" y="48"/>
                  <a:pt x="137" y="59"/>
                  <a:pt x="131" y="74"/>
                </a:cubicBezTo>
                <a:cubicBezTo>
                  <a:pt x="97" y="75"/>
                  <a:pt x="71" y="88"/>
                  <a:pt x="60" y="94"/>
                </a:cubicBezTo>
                <a:cubicBezTo>
                  <a:pt x="60" y="94"/>
                  <a:pt x="60" y="94"/>
                  <a:pt x="59" y="94"/>
                </a:cubicBezTo>
                <a:cubicBezTo>
                  <a:pt x="59" y="94"/>
                  <a:pt x="59" y="94"/>
                  <a:pt x="59" y="94"/>
                </a:cubicBezTo>
                <a:cubicBezTo>
                  <a:pt x="59" y="94"/>
                  <a:pt x="59" y="94"/>
                  <a:pt x="59" y="94"/>
                </a:cubicBezTo>
                <a:cubicBezTo>
                  <a:pt x="57" y="92"/>
                  <a:pt x="56" y="91"/>
                  <a:pt x="54" y="89"/>
                </a:cubicBezTo>
                <a:cubicBezTo>
                  <a:pt x="52" y="88"/>
                  <a:pt x="52" y="88"/>
                  <a:pt x="52" y="88"/>
                </a:cubicBezTo>
                <a:cubicBezTo>
                  <a:pt x="52" y="88"/>
                  <a:pt x="52" y="88"/>
                  <a:pt x="52" y="88"/>
                </a:cubicBezTo>
                <a:close/>
                <a:moveTo>
                  <a:pt x="10" y="117"/>
                </a:moveTo>
                <a:cubicBezTo>
                  <a:pt x="10" y="104"/>
                  <a:pt x="21" y="93"/>
                  <a:pt x="34" y="93"/>
                </a:cubicBezTo>
                <a:cubicBezTo>
                  <a:pt x="39" y="93"/>
                  <a:pt x="44" y="95"/>
                  <a:pt x="47" y="97"/>
                </a:cubicBezTo>
                <a:cubicBezTo>
                  <a:pt x="54" y="102"/>
                  <a:pt x="58" y="109"/>
                  <a:pt x="58" y="117"/>
                </a:cubicBezTo>
                <a:cubicBezTo>
                  <a:pt x="58" y="129"/>
                  <a:pt x="48" y="139"/>
                  <a:pt x="36" y="140"/>
                </a:cubicBezTo>
                <a:cubicBezTo>
                  <a:pt x="36" y="140"/>
                  <a:pt x="35" y="140"/>
                  <a:pt x="34" y="140"/>
                </a:cubicBezTo>
                <a:cubicBezTo>
                  <a:pt x="21" y="140"/>
                  <a:pt x="10" y="130"/>
                  <a:pt x="10" y="117"/>
                </a:cubicBezTo>
                <a:close/>
                <a:moveTo>
                  <a:pt x="97" y="278"/>
                </a:moveTo>
                <a:cubicBezTo>
                  <a:pt x="89" y="278"/>
                  <a:pt x="83" y="271"/>
                  <a:pt x="83" y="263"/>
                </a:cubicBezTo>
                <a:cubicBezTo>
                  <a:pt x="83" y="256"/>
                  <a:pt x="89" y="250"/>
                  <a:pt x="96" y="250"/>
                </a:cubicBezTo>
                <a:cubicBezTo>
                  <a:pt x="97" y="250"/>
                  <a:pt x="97" y="250"/>
                  <a:pt x="97" y="250"/>
                </a:cubicBezTo>
                <a:cubicBezTo>
                  <a:pt x="102" y="250"/>
                  <a:pt x="106" y="252"/>
                  <a:pt x="109" y="255"/>
                </a:cubicBezTo>
                <a:cubicBezTo>
                  <a:pt x="110" y="258"/>
                  <a:pt x="111" y="260"/>
                  <a:pt x="112" y="263"/>
                </a:cubicBezTo>
                <a:cubicBezTo>
                  <a:pt x="112" y="265"/>
                  <a:pt x="112" y="265"/>
                  <a:pt x="112" y="265"/>
                </a:cubicBezTo>
                <a:cubicBezTo>
                  <a:pt x="111" y="272"/>
                  <a:pt x="104" y="278"/>
                  <a:pt x="97" y="278"/>
                </a:cubicBezTo>
                <a:close/>
                <a:moveTo>
                  <a:pt x="245" y="219"/>
                </a:moveTo>
                <a:cubicBezTo>
                  <a:pt x="222" y="248"/>
                  <a:pt x="189" y="264"/>
                  <a:pt x="153" y="264"/>
                </a:cubicBezTo>
                <a:cubicBezTo>
                  <a:pt x="141" y="264"/>
                  <a:pt x="131" y="263"/>
                  <a:pt x="122" y="261"/>
                </a:cubicBezTo>
                <a:cubicBezTo>
                  <a:pt x="121" y="261"/>
                  <a:pt x="121" y="261"/>
                  <a:pt x="121" y="261"/>
                </a:cubicBezTo>
                <a:cubicBezTo>
                  <a:pt x="121" y="260"/>
                  <a:pt x="121" y="260"/>
                  <a:pt x="121" y="260"/>
                </a:cubicBezTo>
                <a:cubicBezTo>
                  <a:pt x="121" y="260"/>
                  <a:pt x="121" y="260"/>
                  <a:pt x="121" y="260"/>
                </a:cubicBezTo>
                <a:cubicBezTo>
                  <a:pt x="119" y="248"/>
                  <a:pt x="110" y="239"/>
                  <a:pt x="97" y="239"/>
                </a:cubicBezTo>
                <a:cubicBezTo>
                  <a:pt x="93" y="239"/>
                  <a:pt x="89" y="240"/>
                  <a:pt x="85" y="242"/>
                </a:cubicBezTo>
                <a:cubicBezTo>
                  <a:pt x="84" y="242"/>
                  <a:pt x="84" y="242"/>
                  <a:pt x="84" y="242"/>
                </a:cubicBezTo>
                <a:cubicBezTo>
                  <a:pt x="84" y="242"/>
                  <a:pt x="84" y="242"/>
                  <a:pt x="84" y="242"/>
                </a:cubicBezTo>
                <a:cubicBezTo>
                  <a:pt x="84" y="242"/>
                  <a:pt x="84" y="242"/>
                  <a:pt x="84" y="242"/>
                </a:cubicBezTo>
                <a:cubicBezTo>
                  <a:pt x="73" y="234"/>
                  <a:pt x="63" y="224"/>
                  <a:pt x="56" y="213"/>
                </a:cubicBezTo>
                <a:cubicBezTo>
                  <a:pt x="55" y="211"/>
                  <a:pt x="54" y="209"/>
                  <a:pt x="52" y="207"/>
                </a:cubicBezTo>
                <a:cubicBezTo>
                  <a:pt x="45" y="195"/>
                  <a:pt x="40" y="181"/>
                  <a:pt x="38" y="166"/>
                </a:cubicBezTo>
                <a:cubicBezTo>
                  <a:pt x="38" y="165"/>
                  <a:pt x="38" y="165"/>
                  <a:pt x="38" y="165"/>
                </a:cubicBezTo>
                <a:cubicBezTo>
                  <a:pt x="39" y="165"/>
                  <a:pt x="39" y="165"/>
                  <a:pt x="39" y="165"/>
                </a:cubicBezTo>
                <a:cubicBezTo>
                  <a:pt x="40" y="166"/>
                  <a:pt x="40" y="166"/>
                  <a:pt x="40" y="166"/>
                </a:cubicBezTo>
                <a:cubicBezTo>
                  <a:pt x="45" y="183"/>
                  <a:pt x="62" y="216"/>
                  <a:pt x="112" y="233"/>
                </a:cubicBezTo>
                <a:cubicBezTo>
                  <a:pt x="126" y="238"/>
                  <a:pt x="141" y="241"/>
                  <a:pt x="159" y="241"/>
                </a:cubicBezTo>
                <a:cubicBezTo>
                  <a:pt x="197" y="241"/>
                  <a:pt x="228" y="227"/>
                  <a:pt x="243" y="218"/>
                </a:cubicBezTo>
                <a:cubicBezTo>
                  <a:pt x="243" y="218"/>
                  <a:pt x="243" y="218"/>
                  <a:pt x="243" y="218"/>
                </a:cubicBezTo>
                <a:cubicBezTo>
                  <a:pt x="244" y="218"/>
                  <a:pt x="244" y="218"/>
                  <a:pt x="244" y="218"/>
                </a:cubicBezTo>
                <a:cubicBezTo>
                  <a:pt x="246" y="218"/>
                  <a:pt x="246" y="218"/>
                  <a:pt x="246" y="218"/>
                </a:cubicBezTo>
                <a:cubicBezTo>
                  <a:pt x="245" y="219"/>
                  <a:pt x="245" y="219"/>
                  <a:pt x="245" y="219"/>
                </a:cubicBezTo>
                <a:close/>
                <a:moveTo>
                  <a:pt x="270" y="219"/>
                </a:moveTo>
                <a:cubicBezTo>
                  <a:pt x="269" y="219"/>
                  <a:pt x="269" y="219"/>
                  <a:pt x="269" y="219"/>
                </a:cubicBezTo>
                <a:cubicBezTo>
                  <a:pt x="256" y="219"/>
                  <a:pt x="246" y="208"/>
                  <a:pt x="246" y="195"/>
                </a:cubicBezTo>
                <a:cubicBezTo>
                  <a:pt x="246" y="182"/>
                  <a:pt x="256" y="171"/>
                  <a:pt x="269" y="171"/>
                </a:cubicBezTo>
                <a:cubicBezTo>
                  <a:pt x="282" y="171"/>
                  <a:pt x="293" y="182"/>
                  <a:pt x="293" y="195"/>
                </a:cubicBezTo>
                <a:cubicBezTo>
                  <a:pt x="293" y="208"/>
                  <a:pt x="282" y="219"/>
                  <a:pt x="270" y="219"/>
                </a:cubicBezTo>
                <a:close/>
              </a:path>
            </a:pathLst>
          </a:custGeom>
          <a:solidFill>
            <a:srgbClr val="0173A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 noProof="0"/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E86F6C61-EBD2-E83A-570A-486A847FF6D8}"/>
              </a:ext>
            </a:extLst>
          </p:cNvPr>
          <p:cNvGrpSpPr/>
          <p:nvPr/>
        </p:nvGrpSpPr>
        <p:grpSpPr>
          <a:xfrm>
            <a:off x="3461738" y="1897015"/>
            <a:ext cx="316678" cy="316678"/>
            <a:chOff x="3239322" y="3715489"/>
            <a:chExt cx="316678" cy="316678"/>
          </a:xfrm>
        </p:grpSpPr>
        <p:sp>
          <p:nvSpPr>
            <p:cNvPr id="117" name="Teardrop 116">
              <a:extLst>
                <a:ext uri="{FF2B5EF4-FFF2-40B4-BE49-F238E27FC236}">
                  <a16:creationId xmlns:a16="http://schemas.microsoft.com/office/drawing/2014/main" id="{F1AA25C2-C855-518C-F268-EA167B68BE0C}"/>
                </a:ext>
              </a:extLst>
            </p:cNvPr>
            <p:cNvSpPr/>
            <p:nvPr/>
          </p:nvSpPr>
          <p:spPr>
            <a:xfrm rot="8100000">
              <a:off x="3239322" y="3715489"/>
              <a:ext cx="316678" cy="316678"/>
            </a:xfrm>
            <a:prstGeom prst="teardrop">
              <a:avLst/>
            </a:prstGeom>
            <a:gradFill>
              <a:gsLst>
                <a:gs pos="0">
                  <a:srgbClr val="FFEB32"/>
                </a:gs>
                <a:gs pos="100000">
                  <a:srgbClr val="FFC000"/>
                </a:gs>
              </a:gsLst>
              <a:path path="circle">
                <a:fillToRect l="100000" b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pt-BR" err="1"/>
            </a:p>
          </p:txBody>
        </p:sp>
        <p:pic>
          <p:nvPicPr>
            <p:cNvPr id="118" name="Graphic 117" descr="Unlock with solid fill">
              <a:extLst>
                <a:ext uri="{FF2B5EF4-FFF2-40B4-BE49-F238E27FC236}">
                  <a16:creationId xmlns:a16="http://schemas.microsoft.com/office/drawing/2014/main" id="{11D332D4-A775-1351-28D4-1560A43F0E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272773" y="3738235"/>
              <a:ext cx="249777" cy="249777"/>
            </a:xfrm>
            <a:prstGeom prst="rect">
              <a:avLst/>
            </a:prstGeom>
          </p:spPr>
        </p:pic>
      </p:grpSp>
      <p:sp>
        <p:nvSpPr>
          <p:cNvPr id="119" name="Oval 118">
            <a:extLst>
              <a:ext uri="{FF2B5EF4-FFF2-40B4-BE49-F238E27FC236}">
                <a16:creationId xmlns:a16="http://schemas.microsoft.com/office/drawing/2014/main" id="{2D7D6923-110B-1361-2010-334029156D52}"/>
              </a:ext>
            </a:extLst>
          </p:cNvPr>
          <p:cNvSpPr/>
          <p:nvPr/>
        </p:nvSpPr>
        <p:spPr>
          <a:xfrm>
            <a:off x="3807981" y="2176457"/>
            <a:ext cx="144000" cy="155948"/>
          </a:xfrm>
          <a:prstGeom prst="ellipse">
            <a:avLst/>
          </a:prstGeom>
          <a:solidFill>
            <a:srgbClr val="10B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endParaRPr lang="pt-BR" sz="1200" noProof="0">
              <a:solidFill>
                <a:schemeClr val="tx1"/>
              </a:solidFill>
            </a:endParaRPr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AC448108-F6D3-8CC2-C451-343E8DFC16F2}"/>
              </a:ext>
            </a:extLst>
          </p:cNvPr>
          <p:cNvGrpSpPr/>
          <p:nvPr/>
        </p:nvGrpSpPr>
        <p:grpSpPr>
          <a:xfrm>
            <a:off x="7016506" y="3079602"/>
            <a:ext cx="2034231" cy="854798"/>
            <a:chOff x="7016506" y="4310078"/>
            <a:chExt cx="2034231" cy="843334"/>
          </a:xfrm>
        </p:grpSpPr>
        <p:sp>
          <p:nvSpPr>
            <p:cNvPr id="121" name="Arc 120">
              <a:extLst>
                <a:ext uri="{FF2B5EF4-FFF2-40B4-BE49-F238E27FC236}">
                  <a16:creationId xmlns:a16="http://schemas.microsoft.com/office/drawing/2014/main" id="{4DDFD01D-DF12-DF55-584C-822D4347D5A0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8123620" y="4226295"/>
              <a:ext cx="835939" cy="1018295"/>
            </a:xfrm>
            <a:prstGeom prst="arc">
              <a:avLst>
                <a:gd name="adj1" fmla="val 16200000"/>
                <a:gd name="adj2" fmla="val 66898"/>
              </a:avLst>
            </a:prstGeom>
            <a:ln w="57150">
              <a:solidFill>
                <a:srgbClr val="0173A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2" name="Arc 121">
              <a:extLst>
                <a:ext uri="{FF2B5EF4-FFF2-40B4-BE49-F238E27FC236}">
                  <a16:creationId xmlns:a16="http://schemas.microsoft.com/office/drawing/2014/main" id="{22034E77-FC47-FEB0-5F7D-E31F57392E6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16506" y="4310078"/>
              <a:ext cx="1018295" cy="835939"/>
            </a:xfrm>
            <a:prstGeom prst="arc">
              <a:avLst>
                <a:gd name="adj1" fmla="val 15332329"/>
                <a:gd name="adj2" fmla="val 268149"/>
              </a:avLst>
            </a:prstGeom>
            <a:ln w="57150">
              <a:solidFill>
                <a:srgbClr val="0199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23" name="Rectangle 7">
            <a:extLst>
              <a:ext uri="{FF2B5EF4-FFF2-40B4-BE49-F238E27FC236}">
                <a16:creationId xmlns:a16="http://schemas.microsoft.com/office/drawing/2014/main" id="{9F561AF9-6C7E-83F8-B3B4-ABB41965A9FB}"/>
              </a:ext>
            </a:extLst>
          </p:cNvPr>
          <p:cNvSpPr/>
          <p:nvPr/>
        </p:nvSpPr>
        <p:spPr>
          <a:xfrm>
            <a:off x="5078686" y="4528775"/>
            <a:ext cx="2050170" cy="64633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kumimoji="0" lang="pt-B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rPr>
              <a:t>Atua, elabora e aprova </a:t>
            </a:r>
            <a:r>
              <a:rPr lang="pt-BR" sz="1400">
                <a:solidFill>
                  <a:prstClr val="black"/>
                </a:solidFill>
                <a:latin typeface="Graphik" panose="020B0503030202060203" pitchFamily="34" charset="0"/>
              </a:rPr>
              <a:t>D</a:t>
            </a:r>
            <a:r>
              <a:rPr kumimoji="0" lang="pt-B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rPr>
              <a:t>ue</a:t>
            </a:r>
            <a:r>
              <a:rPr kumimoji="0" lang="pt-B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rPr>
              <a:t> </a:t>
            </a:r>
            <a:r>
              <a:rPr lang="pt-BR" sz="1400">
                <a:solidFill>
                  <a:prstClr val="black"/>
                </a:solidFill>
                <a:latin typeface="Graphik" panose="020B0503030202060203" pitchFamily="34" charset="0"/>
              </a:rPr>
              <a:t>D</a:t>
            </a:r>
            <a:r>
              <a:rPr kumimoji="0" lang="pt-B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rPr>
              <a:t>illigence</a:t>
            </a:r>
            <a:r>
              <a:rPr lang="pt-BR" sz="1400">
                <a:solidFill>
                  <a:prstClr val="black"/>
                </a:solidFill>
                <a:latin typeface="Graphik" panose="020B0503030202060203" pitchFamily="34" charset="0"/>
              </a:rPr>
              <a:t>, </a:t>
            </a:r>
            <a:r>
              <a:rPr kumimoji="0" lang="pt-B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rPr>
              <a:t>TSA e Planos de Integração</a:t>
            </a:r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C706AB1D-13F8-D543-0310-9ED556821A6D}"/>
              </a:ext>
            </a:extLst>
          </p:cNvPr>
          <p:cNvGrpSpPr/>
          <p:nvPr/>
        </p:nvGrpSpPr>
        <p:grpSpPr>
          <a:xfrm>
            <a:off x="7514729" y="2725865"/>
            <a:ext cx="316678" cy="316678"/>
            <a:chOff x="3239322" y="4753475"/>
            <a:chExt cx="316678" cy="316678"/>
          </a:xfrm>
        </p:grpSpPr>
        <p:sp>
          <p:nvSpPr>
            <p:cNvPr id="125" name="Teardrop 124">
              <a:extLst>
                <a:ext uri="{FF2B5EF4-FFF2-40B4-BE49-F238E27FC236}">
                  <a16:creationId xmlns:a16="http://schemas.microsoft.com/office/drawing/2014/main" id="{D682366F-3E61-3639-D4A1-5640F3934760}"/>
                </a:ext>
              </a:extLst>
            </p:cNvPr>
            <p:cNvSpPr/>
            <p:nvPr/>
          </p:nvSpPr>
          <p:spPr>
            <a:xfrm rot="8100000">
              <a:off x="3239322" y="4753475"/>
              <a:ext cx="316678" cy="316678"/>
            </a:xfrm>
            <a:prstGeom prst="teardrop">
              <a:avLst/>
            </a:prstGeom>
            <a:gradFill flip="none" rotWithShape="1">
              <a:gsLst>
                <a:gs pos="0">
                  <a:srgbClr val="FF7800"/>
                </a:gs>
                <a:gs pos="100000">
                  <a:srgbClr val="FF3246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pt-BR" err="1"/>
            </a:p>
          </p:txBody>
        </p:sp>
        <p:pic>
          <p:nvPicPr>
            <p:cNvPr id="126" name="Graphic 125" descr="Lock with solid fill">
              <a:extLst>
                <a:ext uri="{FF2B5EF4-FFF2-40B4-BE49-F238E27FC236}">
                  <a16:creationId xmlns:a16="http://schemas.microsoft.com/office/drawing/2014/main" id="{3AEB9482-4E05-7DF9-EEBF-319F82E3F8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272773" y="4776221"/>
              <a:ext cx="249777" cy="249777"/>
            </a:xfrm>
            <a:prstGeom prst="rect">
              <a:avLst/>
            </a:prstGeom>
          </p:spPr>
        </p:pic>
      </p:grp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EC3922DD-38B0-4A36-A40A-EEF158B74EF6}"/>
              </a:ext>
            </a:extLst>
          </p:cNvPr>
          <p:cNvSpPr/>
          <p:nvPr/>
        </p:nvSpPr>
        <p:spPr>
          <a:xfrm>
            <a:off x="860636" y="3724837"/>
            <a:ext cx="2720464" cy="1011304"/>
          </a:xfrm>
          <a:prstGeom prst="roundRect">
            <a:avLst>
              <a:gd name="adj" fmla="val 13653"/>
            </a:avLst>
          </a:prstGeom>
          <a:solidFill>
            <a:schemeClr val="bg1">
              <a:lumMod val="95000"/>
            </a:schemeClr>
          </a:solidFill>
          <a:ln w="38100">
            <a:gradFill flip="none" rotWithShape="1">
              <a:gsLst>
                <a:gs pos="0">
                  <a:srgbClr val="A0DE51"/>
                </a:gs>
                <a:gs pos="100000">
                  <a:srgbClr val="BFFC53"/>
                </a:gs>
              </a:gsLst>
              <a:lin ang="16200000" scaled="1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endParaRPr lang="es-CO" sz="1200" err="1">
              <a:solidFill>
                <a:schemeClr val="tx1"/>
              </a:solidFill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8C80338E-3AEB-544B-7809-31E74B4E1F4C}"/>
              </a:ext>
            </a:extLst>
          </p:cNvPr>
          <p:cNvSpPr/>
          <p:nvPr/>
        </p:nvSpPr>
        <p:spPr>
          <a:xfrm>
            <a:off x="1131851" y="3781924"/>
            <a:ext cx="2392930" cy="861774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300"/>
              </a:spcAft>
            </a:pPr>
            <a:r>
              <a:rPr lang="pt-BR" sz="1400">
                <a:solidFill>
                  <a:prstClr val="black"/>
                </a:solidFill>
                <a:latin typeface="Graphik" panose="020B0503030202060203" pitchFamily="34" charset="0"/>
              </a:rPr>
              <a:t>TI (e demais processos) </a:t>
            </a:r>
            <a:r>
              <a:rPr lang="pt-BR" sz="1400" b="1">
                <a:solidFill>
                  <a:prstClr val="black"/>
                </a:solidFill>
                <a:latin typeface="Graphik" panose="020B0503030202060203" pitchFamily="34" charset="0"/>
              </a:rPr>
              <a:t>participam da validação </a:t>
            </a:r>
            <a:r>
              <a:rPr lang="pt-BR" sz="1400">
                <a:solidFill>
                  <a:prstClr val="black"/>
                </a:solidFill>
                <a:latin typeface="Graphik" panose="020B0503030202060203" pitchFamily="34" charset="0"/>
              </a:rPr>
              <a:t>de premissas de integração e sinergias do </a:t>
            </a:r>
            <a:r>
              <a:rPr lang="pt-BR" sz="1400" err="1">
                <a:solidFill>
                  <a:prstClr val="black"/>
                </a:solidFill>
                <a:latin typeface="Graphik" panose="020B0503030202060203" pitchFamily="34" charset="0"/>
              </a:rPr>
              <a:t>valuation</a:t>
            </a:r>
            <a:endParaRPr lang="pt-BR" sz="1400">
              <a:solidFill>
                <a:prstClr val="black"/>
              </a:solidFill>
              <a:latin typeface="Graphik" panose="020B0503030202060203" pitchFamily="34" charset="0"/>
            </a:endParaRPr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6ABEAD12-730C-CB33-3F02-4A42947D2901}"/>
              </a:ext>
            </a:extLst>
          </p:cNvPr>
          <p:cNvSpPr/>
          <p:nvPr/>
        </p:nvSpPr>
        <p:spPr>
          <a:xfrm>
            <a:off x="8441850" y="5114143"/>
            <a:ext cx="3207825" cy="1135505"/>
          </a:xfrm>
          <a:prstGeom prst="roundRect">
            <a:avLst>
              <a:gd name="adj" fmla="val 13653"/>
            </a:avLst>
          </a:prstGeom>
          <a:solidFill>
            <a:schemeClr val="bg1">
              <a:lumMod val="95000"/>
            </a:schemeClr>
          </a:solidFill>
          <a:ln w="38100">
            <a:gradFill flip="none" rotWithShape="1">
              <a:gsLst>
                <a:gs pos="0">
                  <a:srgbClr val="FF3246"/>
                </a:gs>
                <a:gs pos="100000">
                  <a:srgbClr val="FF7800"/>
                </a:gs>
              </a:gsLst>
              <a:lin ang="16200000" scaled="1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endParaRPr lang="es-CO" sz="1200" err="1">
              <a:solidFill>
                <a:schemeClr val="tx1"/>
              </a:solidFill>
            </a:endParaRPr>
          </a:p>
        </p:txBody>
      </p: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E53E5C0C-A829-CDA3-7FCA-2FEA35964052}"/>
              </a:ext>
            </a:extLst>
          </p:cNvPr>
          <p:cNvGrpSpPr/>
          <p:nvPr/>
        </p:nvGrpSpPr>
        <p:grpSpPr>
          <a:xfrm>
            <a:off x="8231246" y="5458592"/>
            <a:ext cx="421207" cy="421207"/>
            <a:chOff x="6811598" y="2266192"/>
            <a:chExt cx="316678" cy="316678"/>
          </a:xfrm>
        </p:grpSpPr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5864AE5F-A00B-4E76-BA34-E1A60AA1EB18}"/>
                </a:ext>
              </a:extLst>
            </p:cNvPr>
            <p:cNvSpPr/>
            <p:nvPr/>
          </p:nvSpPr>
          <p:spPr>
            <a:xfrm>
              <a:off x="6811598" y="2266192"/>
              <a:ext cx="316678" cy="316678"/>
            </a:xfrm>
            <a:prstGeom prst="ellipse">
              <a:avLst/>
            </a:prstGeom>
            <a:gradFill flip="none" rotWithShape="1">
              <a:gsLst>
                <a:gs pos="0">
                  <a:srgbClr val="FF7800"/>
                </a:gs>
                <a:gs pos="100000">
                  <a:srgbClr val="FF3246"/>
                </a:gs>
              </a:gsLst>
              <a:path path="circle">
                <a:fillToRect l="100000" b="100000"/>
              </a:path>
              <a:tileRect t="-100000" r="-100000"/>
            </a:gra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pt-BR" err="1"/>
            </a:p>
          </p:txBody>
        </p:sp>
        <p:pic>
          <p:nvPicPr>
            <p:cNvPr id="132" name="Graphic 131" descr="Lock with solid fill">
              <a:extLst>
                <a:ext uri="{FF2B5EF4-FFF2-40B4-BE49-F238E27FC236}">
                  <a16:creationId xmlns:a16="http://schemas.microsoft.com/office/drawing/2014/main" id="{91DAB5A0-94FD-1349-41AA-9F0C3C035A0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845049" y="2288938"/>
              <a:ext cx="249777" cy="249777"/>
            </a:xfrm>
            <a:prstGeom prst="rect">
              <a:avLst/>
            </a:prstGeom>
          </p:spPr>
        </p:pic>
      </p:grpSp>
      <p:sp>
        <p:nvSpPr>
          <p:cNvPr id="133" name="Rectangle 7">
            <a:extLst>
              <a:ext uri="{FF2B5EF4-FFF2-40B4-BE49-F238E27FC236}">
                <a16:creationId xmlns:a16="http://schemas.microsoft.com/office/drawing/2014/main" id="{80860538-B464-9FE9-5633-7127D878BA22}"/>
              </a:ext>
            </a:extLst>
          </p:cNvPr>
          <p:cNvSpPr/>
          <p:nvPr/>
        </p:nvSpPr>
        <p:spPr>
          <a:xfrm>
            <a:off x="8782982" y="5268286"/>
            <a:ext cx="2743890" cy="890263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rPr>
              <a:t>Coordena, executa e aprova viradas de chave da </a:t>
            </a:r>
            <a:r>
              <a:rPr kumimoji="0" lang="pt-B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rPr>
              <a:t>integração </a:t>
            </a:r>
            <a:r>
              <a:rPr kumimoji="0" lang="pt-B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rPr>
              <a:t>mitigando 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rPr>
              <a:t>riscos para a continuidade do negócio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1841B4D6-777F-0F25-B3FC-7EDFC9A19733}"/>
              </a:ext>
            </a:extLst>
          </p:cNvPr>
          <p:cNvSpPr/>
          <p:nvPr/>
        </p:nvSpPr>
        <p:spPr>
          <a:xfrm>
            <a:off x="676547" y="3207553"/>
            <a:ext cx="3042863" cy="40080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MOBILIZAÇÃO COMITÊ ESTRATÉGICO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4CBD5F47-8585-CC74-644B-E60C7311CEB6}"/>
              </a:ext>
            </a:extLst>
          </p:cNvPr>
          <p:cNvSpPr/>
          <p:nvPr/>
        </p:nvSpPr>
        <p:spPr>
          <a:xfrm>
            <a:off x="4558063" y="3922002"/>
            <a:ext cx="2856446" cy="32016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>
            <a:noFill/>
            <a:miter lim="800000"/>
            <a:headEnd type="none" w="sm" len="sm"/>
            <a:tailEnd type="none" w="sm" len="sm"/>
          </a:ln>
        </p:spPr>
        <p:txBody>
          <a:bodyPr vert="horz" lIns="0" tIns="0" rIns="0" bIns="0" rtlCol="0" anchor="ctr"/>
          <a:lstStyle/>
          <a:p>
            <a:pPr marL="0" marR="0" lvl="0" indent="0" algn="ctr" defTabSz="819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FFFF"/>
              </a:buClr>
              <a:buSzTx/>
              <a:buFontTx/>
              <a:buNone/>
              <a:tabLst/>
              <a:defRPr/>
            </a:pPr>
            <a:r>
              <a:rPr kumimoji="0" lang="pt-BR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MOBILIZAÇÃO TÁTICA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6E525B00-6249-2C96-00A0-EA99741497A6}"/>
              </a:ext>
            </a:extLst>
          </p:cNvPr>
          <p:cNvSpPr/>
          <p:nvPr/>
        </p:nvSpPr>
        <p:spPr>
          <a:xfrm>
            <a:off x="8611907" y="4603295"/>
            <a:ext cx="2790335" cy="377325"/>
          </a:xfrm>
          <a:prstGeom prst="rect">
            <a:avLst/>
          </a:prstGeom>
          <a:solidFill>
            <a:schemeClr val="tx2">
              <a:lumMod val="75000"/>
            </a:schemeClr>
          </a:solidFill>
          <a:ln w="19050">
            <a:noFill/>
            <a:miter lim="800000"/>
            <a:headEnd type="none" w="sm" len="sm"/>
            <a:tailEnd type="none" w="sm" len="sm"/>
          </a:ln>
        </p:spPr>
        <p:txBody>
          <a:bodyPr vert="horz" lIns="0" tIns="0" rIns="0" bIns="0" rtlCol="0" anchor="ctr"/>
          <a:lstStyle/>
          <a:p>
            <a:pPr marL="0" marR="0" lvl="0" indent="0" algn="ctr" defTabSz="819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FFFF"/>
              </a:buClr>
              <a:buSzTx/>
              <a:buFontTx/>
              <a:buNone/>
              <a:tabLst/>
              <a:defRPr/>
            </a:pPr>
            <a:r>
              <a:rPr kumimoji="0" lang="pt-B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MOBILIZAÇÃO OPERACIONAL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CD75BDBF-B865-0C68-BE02-ACA74BD5BED4}"/>
              </a:ext>
            </a:extLst>
          </p:cNvPr>
          <p:cNvSpPr/>
          <p:nvPr/>
        </p:nvSpPr>
        <p:spPr>
          <a:xfrm>
            <a:off x="856492" y="5014838"/>
            <a:ext cx="2682972" cy="64784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vert="horz" wrap="square" lIns="72000" tIns="36000" rIns="0" bIns="0" numCol="1" rtlCol="0" anchor="t">
            <a:noAutofit/>
          </a:bodyPr>
          <a:lstStyle/>
          <a:p>
            <a:pPr marR="0" lvl="0" algn="ctr" fontAlgn="auto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lang="pt-BR" sz="1200" kern="0" dirty="0">
                <a:solidFill>
                  <a:schemeClr val="bg1">
                    <a:lumMod val="50000"/>
                  </a:schemeClr>
                </a:solidFill>
              </a:rPr>
              <a:t>Visibilidade do pipeline de aquisições é fundamental e a participação estratégica de demais processos a partir deste Gate permite avanços com maior eficiências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DA6DF626-2298-56EB-DA22-E7128D35E4B1}"/>
              </a:ext>
            </a:extLst>
          </p:cNvPr>
          <p:cNvSpPr/>
          <p:nvPr/>
        </p:nvSpPr>
        <p:spPr>
          <a:xfrm>
            <a:off x="4705202" y="5530130"/>
            <a:ext cx="2682972" cy="64784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vert="horz" wrap="square" lIns="72000" tIns="36000" rIns="0" bIns="0" numCol="1" rtlCol="0" anchor="t">
            <a:noAutofit/>
          </a:bodyPr>
          <a:lstStyle/>
          <a:p>
            <a:pPr marR="0" lvl="0" algn="ctr" fontAlgn="auto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lang="pt-BR" sz="1200" kern="0">
                <a:solidFill>
                  <a:schemeClr val="bg1">
                    <a:lumMod val="50000"/>
                  </a:schemeClr>
                </a:solidFill>
              </a:rPr>
              <a:t>Mobilização tática, mais intensa e com participação dos responsáveis por cada processo/domínio de conhecimento</a:t>
            </a:r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4C7D2C45-FBB6-011B-9D2B-A01EC6DBD79A}"/>
              </a:ext>
            </a:extLst>
          </p:cNvPr>
          <p:cNvGrpSpPr/>
          <p:nvPr/>
        </p:nvGrpSpPr>
        <p:grpSpPr>
          <a:xfrm>
            <a:off x="2110572" y="1893357"/>
            <a:ext cx="316678" cy="316678"/>
            <a:chOff x="3239322" y="2672972"/>
            <a:chExt cx="316678" cy="316678"/>
          </a:xfrm>
        </p:grpSpPr>
        <p:sp>
          <p:nvSpPr>
            <p:cNvPr id="140" name="Teardrop 139">
              <a:extLst>
                <a:ext uri="{FF2B5EF4-FFF2-40B4-BE49-F238E27FC236}">
                  <a16:creationId xmlns:a16="http://schemas.microsoft.com/office/drawing/2014/main" id="{6F747B3E-20C4-5174-05D6-F022CC1DA272}"/>
                </a:ext>
              </a:extLst>
            </p:cNvPr>
            <p:cNvSpPr/>
            <p:nvPr/>
          </p:nvSpPr>
          <p:spPr>
            <a:xfrm rot="8100000">
              <a:off x="3239322" y="2672972"/>
              <a:ext cx="316678" cy="316678"/>
            </a:xfrm>
            <a:prstGeom prst="teardrop">
              <a:avLst/>
            </a:prstGeom>
            <a:gradFill>
              <a:gsLst>
                <a:gs pos="0">
                  <a:srgbClr val="C0FD53"/>
                </a:gs>
                <a:gs pos="100000">
                  <a:srgbClr val="92D050"/>
                </a:gs>
              </a:gsLst>
              <a:path path="circle">
                <a:fillToRect l="100000" b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pt-BR" err="1"/>
            </a:p>
          </p:txBody>
        </p:sp>
        <p:pic>
          <p:nvPicPr>
            <p:cNvPr id="141" name="Graphic 140" descr="Unlock with solid fill">
              <a:extLst>
                <a:ext uri="{FF2B5EF4-FFF2-40B4-BE49-F238E27FC236}">
                  <a16:creationId xmlns:a16="http://schemas.microsoft.com/office/drawing/2014/main" id="{730615A3-C51B-95F4-F672-4547BFE06F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272773" y="2695718"/>
              <a:ext cx="249777" cy="249777"/>
            </a:xfrm>
            <a:prstGeom prst="rect">
              <a:avLst/>
            </a:prstGeom>
          </p:spPr>
        </p:pic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0A705707-7560-555B-440E-E0F55C730D94}"/>
              </a:ext>
            </a:extLst>
          </p:cNvPr>
          <p:cNvGrpSpPr/>
          <p:nvPr/>
        </p:nvGrpSpPr>
        <p:grpSpPr>
          <a:xfrm>
            <a:off x="650032" y="3979246"/>
            <a:ext cx="421207" cy="421207"/>
            <a:chOff x="3239322" y="2672972"/>
            <a:chExt cx="316678" cy="316678"/>
          </a:xfrm>
        </p:grpSpPr>
        <p:sp>
          <p:nvSpPr>
            <p:cNvPr id="143" name="Teardrop 142">
              <a:extLst>
                <a:ext uri="{FF2B5EF4-FFF2-40B4-BE49-F238E27FC236}">
                  <a16:creationId xmlns:a16="http://schemas.microsoft.com/office/drawing/2014/main" id="{FBCD3EF8-2EAF-6910-5B14-0E72CB17254E}"/>
                </a:ext>
              </a:extLst>
            </p:cNvPr>
            <p:cNvSpPr/>
            <p:nvPr/>
          </p:nvSpPr>
          <p:spPr>
            <a:xfrm rot="8100000">
              <a:off x="3239322" y="2672972"/>
              <a:ext cx="316678" cy="316678"/>
            </a:xfrm>
            <a:prstGeom prst="teardrop">
              <a:avLst/>
            </a:prstGeom>
            <a:gradFill>
              <a:gsLst>
                <a:gs pos="0">
                  <a:srgbClr val="C0FD53"/>
                </a:gs>
                <a:gs pos="100000">
                  <a:srgbClr val="92D050"/>
                </a:gs>
              </a:gsLst>
              <a:path path="circle">
                <a:fillToRect l="100000" b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pt-BR" err="1"/>
            </a:p>
          </p:txBody>
        </p:sp>
        <p:pic>
          <p:nvPicPr>
            <p:cNvPr id="144" name="Graphic 143" descr="Unlock with solid fill">
              <a:extLst>
                <a:ext uri="{FF2B5EF4-FFF2-40B4-BE49-F238E27FC236}">
                  <a16:creationId xmlns:a16="http://schemas.microsoft.com/office/drawing/2014/main" id="{CB70F47E-8593-B4D7-B8FC-66B62B1DA5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272773" y="2695718"/>
              <a:ext cx="249777" cy="249777"/>
            </a:xfrm>
            <a:prstGeom prst="rect">
              <a:avLst/>
            </a:prstGeom>
          </p:spPr>
        </p:pic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33A91F50-7278-C1C7-007B-C80D7610A3A8}"/>
              </a:ext>
            </a:extLst>
          </p:cNvPr>
          <p:cNvGrpSpPr/>
          <p:nvPr/>
        </p:nvGrpSpPr>
        <p:grpSpPr>
          <a:xfrm>
            <a:off x="4425912" y="4599721"/>
            <a:ext cx="421207" cy="421207"/>
            <a:chOff x="3239322" y="3715489"/>
            <a:chExt cx="316678" cy="316678"/>
          </a:xfrm>
        </p:grpSpPr>
        <p:sp>
          <p:nvSpPr>
            <p:cNvPr id="146" name="Teardrop 145">
              <a:extLst>
                <a:ext uri="{FF2B5EF4-FFF2-40B4-BE49-F238E27FC236}">
                  <a16:creationId xmlns:a16="http://schemas.microsoft.com/office/drawing/2014/main" id="{96D88F74-746B-BAD4-1D48-D5FDFCB219F1}"/>
                </a:ext>
              </a:extLst>
            </p:cNvPr>
            <p:cNvSpPr/>
            <p:nvPr/>
          </p:nvSpPr>
          <p:spPr>
            <a:xfrm rot="8100000">
              <a:off x="3239322" y="3715489"/>
              <a:ext cx="316678" cy="316678"/>
            </a:xfrm>
            <a:prstGeom prst="teardrop">
              <a:avLst/>
            </a:prstGeom>
            <a:gradFill>
              <a:gsLst>
                <a:gs pos="0">
                  <a:srgbClr val="FFEB32"/>
                </a:gs>
                <a:gs pos="100000">
                  <a:srgbClr val="FFC000"/>
                </a:gs>
              </a:gsLst>
              <a:path path="circle">
                <a:fillToRect l="100000" b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pt-BR" err="1"/>
            </a:p>
          </p:txBody>
        </p:sp>
        <p:pic>
          <p:nvPicPr>
            <p:cNvPr id="147" name="Graphic 146" descr="Unlock with solid fill">
              <a:extLst>
                <a:ext uri="{FF2B5EF4-FFF2-40B4-BE49-F238E27FC236}">
                  <a16:creationId xmlns:a16="http://schemas.microsoft.com/office/drawing/2014/main" id="{B0519895-112E-C091-32FF-92BB6E43BB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272773" y="3738235"/>
              <a:ext cx="249777" cy="2497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14642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</Words>
  <Application>Microsoft Office PowerPoint</Application>
  <PresentationFormat>Widescreen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Graphik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Vaz Ribeiro, Daniel</dc:creator>
  <cp:lastModifiedBy>Vaz Ribeiro, Daniel</cp:lastModifiedBy>
  <cp:revision>1</cp:revision>
  <dcterms:created xsi:type="dcterms:W3CDTF">2026-02-18T13:05:10Z</dcterms:created>
  <dcterms:modified xsi:type="dcterms:W3CDTF">2026-02-18T13:05:10Z</dcterms:modified>
</cp:coreProperties>
</file>