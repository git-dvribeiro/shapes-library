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D1B0-7B89-BE26-8567-2B0C04A2D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B6BB3-280C-4D7A-097C-A168CC678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38FB0-7DDC-302E-B9D0-53A10AA3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1D257-911C-9E81-94A9-C6323E4E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7951D-F193-6C25-BDAE-5D613DC2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40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C1F6-3673-A9C4-BFBD-9E8F572C2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E1B2-9E09-0F11-721C-C1222A2A5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B47D-5D9B-2EB0-252D-12A4A6C2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ED7AA-7AAB-A7E5-90C8-DE6601BE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37D54-3B07-B063-9910-AF632B6E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2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6879-B64D-2975-4ADE-742FD23B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D9B0D-BBF1-8708-EE08-9809A21CD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70169-A674-4449-483F-14437960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6DFE-DF33-9E6A-621C-1E1162D60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04A2-A5DF-3CAD-616E-97E0A8F3D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425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9C5EE-A7C0-AE91-78C1-E2ACA238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9D34-AD15-9104-A90E-4B8A3146F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858BB-AD9E-960F-5F55-633FA8954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1B5B9-FDFA-A886-116E-4FF43792A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4A679-28F1-C3DA-693D-1E593208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6F273-50FB-0D0B-D15D-B5B19D2C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362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7BDC-76B5-D6B3-3BAA-AECFF1B5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73A9C-2F4D-9642-7712-88292641A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0E227-2B82-6DF4-6EA5-2EFB17AB7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5A6ADD-EF0F-D29E-1C3C-BB102770E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6CA07F-8833-5676-A8DD-C36216659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F3779-9920-CB1F-366A-BCD879E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72C2D4-1F75-C242-A784-7D16A120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93E363-2CDB-AC6D-D19C-9F9D1545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113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8F72-E0EA-E979-A13D-F098C6A6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60A8FE-4A63-25EB-B8B2-24367811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731DC-1AD2-2D5C-B12F-FDA69683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71CC6-C66A-9678-5E15-128ACB697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67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52B21-746F-8670-9051-5ABC7506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6E1A7C-BE74-6D33-9A23-A9AE9CD2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D533C-3BB1-1A59-CD40-7F28664F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89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F0F3-D851-D03D-4AEB-1FE33221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7AC3-A03E-D919-8247-7D7235A23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E777E-4235-337F-5036-99068D72D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00906-0BE7-FBF0-D4B0-355757C1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69673-FA40-1D32-AFDB-7CC46BFE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53A2A-67B7-FFBE-3157-A3250A7C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46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1080-47E5-944B-38D1-4451DBB4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D47A6-7757-65E1-D2B3-6F4D86763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F8F81-FAC9-BFE8-E7B0-D83B4E76D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4FF79-72C2-5563-EB1E-5AA5E63C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C3F5F-505B-1811-A706-0F7671CA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79489-25DF-F52A-316A-1EB4F240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1493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29E-BF00-7272-332B-8E42862AD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CB23C2-7D8A-BC3E-1EDA-D1A2C635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4EE19-08CA-931D-B56E-E563B27B4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E5004-1A1D-3729-7D03-760C9C9D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FA73B-2074-499F-9322-A50A0FFC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57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B9B34-2033-EDE4-A1EE-3190C0FDB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990B8-94AD-4C57-EAC3-2D2E18028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5705-8524-8A69-5765-79C1CEA5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DA092-A2DE-3F50-D49A-3CCE9CEA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27DCF-FAD7-9887-46D6-35803732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26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ED5E16-1D2F-2F99-A405-E6BF5590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C7DCE-2ED5-27FB-E52E-DC5E62910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847A3-84EB-6DE1-FCE7-EF9653D2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3F1DA-CFD7-4EF1-A324-3A2321DB729E}" type="datetimeFigureOut">
              <a:rPr lang="pt-BR" smtClean="0"/>
              <a:t>13/06/2026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7951-2E1F-141F-2529-1C8013BDE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6CD9-4198-B8CF-4279-8BB3837F9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0A40D-9E68-463A-9536-9C933F48BF4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38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2CBEF8-62FB-E2FA-5416-684E0007B9A1}"/>
              </a:ext>
            </a:extLst>
          </p:cNvPr>
          <p:cNvGrpSpPr/>
          <p:nvPr/>
        </p:nvGrpSpPr>
        <p:grpSpPr>
          <a:xfrm>
            <a:off x="6384022" y="1638777"/>
            <a:ext cx="360000" cy="4679999"/>
            <a:chOff x="6384022" y="1638777"/>
            <a:chExt cx="360000" cy="467999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B170B6B-C4BF-F996-7239-FB8DE3C9B6F5}"/>
                </a:ext>
              </a:extLst>
            </p:cNvPr>
            <p:cNvCxnSpPr>
              <a:cxnSpLocks/>
              <a:stCxn id="4" idx="4"/>
            </p:cNvCxnSpPr>
            <p:nvPr/>
          </p:nvCxnSpPr>
          <p:spPr>
            <a:xfrm>
              <a:off x="6564022" y="1998776"/>
              <a:ext cx="0" cy="4320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09DD2FF-37C2-C2F9-BB1B-61750803F3E8}"/>
                </a:ext>
              </a:extLst>
            </p:cNvPr>
            <p:cNvSpPr/>
            <p:nvPr/>
          </p:nvSpPr>
          <p:spPr>
            <a:xfrm>
              <a:off x="6384022" y="1638777"/>
              <a:ext cx="360000" cy="360000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 err="1"/>
            </a:p>
          </p:txBody>
        </p: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BC01D1BC-B055-2862-14D2-5C96A8C68297}"/>
                </a:ext>
              </a:extLst>
            </p:cNvPr>
            <p:cNvSpPr/>
            <p:nvPr/>
          </p:nvSpPr>
          <p:spPr>
            <a:xfrm>
              <a:off x="6492022" y="1710777"/>
              <a:ext cx="144000" cy="216000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dirty="0" err="1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D4C2AF1-8BD6-AA5A-4713-3A7C4B58F910}"/>
              </a:ext>
            </a:extLst>
          </p:cNvPr>
          <p:cNvGrpSpPr/>
          <p:nvPr/>
        </p:nvGrpSpPr>
        <p:grpSpPr>
          <a:xfrm>
            <a:off x="7453943" y="1908776"/>
            <a:ext cx="126000" cy="4409999"/>
            <a:chOff x="7453943" y="1908776"/>
            <a:chExt cx="126000" cy="4409999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EF73857-F341-B4EC-82C6-FE660BE8F03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7516944" y="1908776"/>
              <a:ext cx="0" cy="1980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3A72AD-219D-143C-3DEA-33A2C99CE6E3}"/>
                </a:ext>
              </a:extLst>
            </p:cNvPr>
            <p:cNvCxnSpPr>
              <a:cxnSpLocks/>
            </p:cNvCxnSpPr>
            <p:nvPr/>
          </p:nvCxnSpPr>
          <p:spPr>
            <a:xfrm>
              <a:off x="7516943" y="4338775"/>
              <a:ext cx="0" cy="1980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FE5BD58A-D3AC-42CD-15B3-272AD1269248}"/>
                </a:ext>
              </a:extLst>
            </p:cNvPr>
            <p:cNvSpPr/>
            <p:nvPr/>
          </p:nvSpPr>
          <p:spPr>
            <a:xfrm>
              <a:off x="7453943" y="3976994"/>
              <a:ext cx="126000" cy="273563"/>
            </a:xfrm>
            <a:prstGeom prst="chevron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155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2026-06-13T19:03:19Z</dcterms:created>
  <dcterms:modified xsi:type="dcterms:W3CDTF">2026-06-13T19:03:19Z</dcterms:modified>
</cp:coreProperties>
</file>