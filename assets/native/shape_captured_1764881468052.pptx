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B6E3-DE1E-197F-8E80-CD9B1543F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B648F-C5C1-4F0A-81B1-62A5D495B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4BCF-2B2E-4FE5-42DF-D0FAF2E8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1CDE0-7785-3149-8B0E-DC5AB67A9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15F3C-6AF4-556B-0275-E2822FE7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19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CF99-487E-232E-3517-12E548D3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5ADC9-2A99-C0D3-186C-CC4C969BE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78ABD-246F-51B5-3385-8D8BB1E2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D5FFB-FEA8-C90A-B412-D0D45BD5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1882E-14B5-2579-C44E-A7871E0A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69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F020-DCCF-7539-055B-8663E380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7BD25-BE6A-DEC6-181C-5258E9B65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C491F-45F7-E3F5-6E03-717C7B79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6513B-8D92-DB91-186F-E2FF05118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6D517-8994-6E8D-55BC-5E7745EBC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43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9B1D-ED7B-7DDD-8E75-27FDEF2F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B1AC4-3665-F3F5-C14B-A53A69E84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499F-B632-4D9A-3F7D-EFB652E99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0627E-BFC1-9100-BDB3-D8153885A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1205B-C3A6-1852-B0F8-8A558FA5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65DB5-4D47-E7FA-24B0-ADD14FB0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035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53DA-2B8B-D58B-89AA-B2E6CEDEC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49042-5CDC-6AE7-AC2E-F0A8BE562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A2BFC-12E8-90DC-FD04-82537CB33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841709-D3F3-FB8F-7C8B-DE07F1213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08E84-5DF8-3E4A-A0DC-55EBA49214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0E87A-9532-9308-EC29-9A45FECA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D8609E-9343-BB30-8C1F-4C4638F2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BCF922-DCD7-29A3-393A-DA3B41AC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079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421AA-1788-7C9A-51C6-F6BABAE1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EAB24-CCFD-E4B2-B841-692C9D8FD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FD214-7B7D-BDB9-981F-FABAFB3CA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BD2E6-8A81-241F-7633-56D6152B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25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3E164-50ED-A4C7-5C61-A80E66384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70C76-01DA-3DA3-19A2-B77040CC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7646A-F5F2-749D-CF5D-A9934DDC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60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A1D0-2FF4-CC80-5F12-72124370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EDE6C-18C4-609D-FBAD-BFD958460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B7D33-33ED-9911-765E-2106FF2A3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57B0F-2D37-B4A8-8288-8464218F9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E868E-A8A9-9EA0-0D72-9386D3E65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35F1B-B3AC-C52E-BF1A-EF9B0EDBB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531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17F7-012F-6C3A-BAB4-9AFE1E261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2E9C8-09E6-93ED-225A-0628BE75A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70F5F-CF41-53A8-75AC-77C62ADF0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1555A-58C1-F2A9-5E16-67504488E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4BEED-AA5A-D7C1-1171-228EF735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AFC20-90D2-808B-5BD5-9DE5D9AC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05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74146-A3DC-B51D-396C-5CAC7C24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A0FA7-8356-A33B-AA01-56ED55950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85AC-1842-3373-DE10-A7971717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1997B-F4B1-BF63-129D-E232EB70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15F09-F86D-5092-8711-4A683AC8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712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A16CF3-9A1E-DCA4-A3C0-DE98277D0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06F0E-0CE6-303E-1BF6-49784953C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36221-47F8-9754-1649-958B5440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F8282-243C-B834-C057-0B241D23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139BE-ABAE-4F4B-CB7E-9A1A019F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035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A9C8D-3955-2D77-57D6-1D04D4E5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15E8-9436-6C6C-EB9C-5CB097116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56477-DB8A-AB89-031D-673B609CD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E4CC6-3EA9-4D25-BC42-A8C0B32F1EE4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1C895-C1A8-876E-2658-3FF749278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E2080-ACDA-963A-82C9-7B0F922B1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E3168-9550-4561-B893-AA7B483BE15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92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.sv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jpeg"/><Relationship Id="rId17" Type="http://schemas.openxmlformats.org/officeDocument/2006/relationships/image" Target="../media/image15.png"/><Relationship Id="rId25" Type="http://schemas.openxmlformats.org/officeDocument/2006/relationships/image" Target="../media/image23.jpeg"/><Relationship Id="rId2" Type="http://schemas.openxmlformats.org/officeDocument/2006/relationships/image" Target="../media/image1.png"/><Relationship Id="rId16" Type="http://schemas.openxmlformats.org/officeDocument/2006/relationships/image" Target="../media/image14.jpe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microsoft.com/office/2007/relationships/hdphoto" Target="../media/hdphoto1.wdp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jpe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7.jpeg"/><Relationship Id="rId14" Type="http://schemas.openxmlformats.org/officeDocument/2006/relationships/image" Target="../media/image12.png"/><Relationship Id="rId22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28595F-3E94-CC8E-6125-F60CD88BB510}"/>
              </a:ext>
            </a:extLst>
          </p:cNvPr>
          <p:cNvGrpSpPr/>
          <p:nvPr/>
        </p:nvGrpSpPr>
        <p:grpSpPr>
          <a:xfrm>
            <a:off x="6906705" y="1494155"/>
            <a:ext cx="203211" cy="4694559"/>
            <a:chOff x="7078844" y="1797000"/>
            <a:chExt cx="203211" cy="4694559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B5D617B-B1B0-D17B-7B5D-D5F93FADCC77}"/>
                </a:ext>
              </a:extLst>
            </p:cNvPr>
            <p:cNvCxnSpPr>
              <a:cxnSpLocks/>
            </p:cNvCxnSpPr>
            <p:nvPr/>
          </p:nvCxnSpPr>
          <p:spPr>
            <a:xfrm>
              <a:off x="7189975" y="1797000"/>
              <a:ext cx="0" cy="4694559"/>
            </a:xfrm>
            <a:prstGeom prst="line">
              <a:avLst/>
            </a:prstGeom>
            <a:ln>
              <a:solidFill>
                <a:srgbClr val="BFBFB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C1FEB3E-67E4-2F27-63D4-A4CAE1486652}"/>
                </a:ext>
              </a:extLst>
            </p:cNvPr>
            <p:cNvGrpSpPr/>
            <p:nvPr/>
          </p:nvGrpSpPr>
          <p:grpSpPr>
            <a:xfrm>
              <a:off x="7078844" y="4011812"/>
              <a:ext cx="203211" cy="245885"/>
              <a:chOff x="9064132" y="5008835"/>
              <a:chExt cx="203211" cy="24588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7AAB30-2674-59C0-788B-75192FFE4D59}"/>
                  </a:ext>
                </a:extLst>
              </p:cNvPr>
              <p:cNvSpPr/>
              <p:nvPr/>
            </p:nvSpPr>
            <p:spPr>
              <a:xfrm>
                <a:off x="9064132" y="5008835"/>
                <a:ext cx="203211" cy="24588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6" name="Arrow: Chevron 5">
                <a:extLst>
                  <a:ext uri="{FF2B5EF4-FFF2-40B4-BE49-F238E27FC236}">
                    <a16:creationId xmlns:a16="http://schemas.microsoft.com/office/drawing/2014/main" id="{44B375AC-D112-0C99-596E-EBF15AC3050F}"/>
                  </a:ext>
                </a:extLst>
              </p:cNvPr>
              <p:cNvSpPr/>
              <p:nvPr/>
            </p:nvSpPr>
            <p:spPr>
              <a:xfrm>
                <a:off x="9124601" y="5050493"/>
                <a:ext cx="110843" cy="162568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EFC80D0-8F1D-24DD-BD7E-BC85C1D0F787}"/>
              </a:ext>
            </a:extLst>
          </p:cNvPr>
          <p:cNvSpPr txBox="1"/>
          <p:nvPr/>
        </p:nvSpPr>
        <p:spPr>
          <a:xfrm>
            <a:off x="535619" y="6047986"/>
            <a:ext cx="726164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Legendas: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F16F86-1A98-E3E7-E8C7-2B9857965E0A}"/>
              </a:ext>
            </a:extLst>
          </p:cNvPr>
          <p:cNvGrpSpPr/>
          <p:nvPr/>
        </p:nvGrpSpPr>
        <p:grpSpPr>
          <a:xfrm>
            <a:off x="1153841" y="6006025"/>
            <a:ext cx="2026999" cy="222420"/>
            <a:chOff x="2823461" y="2035803"/>
            <a:chExt cx="2026999" cy="222420"/>
          </a:xfrm>
        </p:grpSpPr>
        <p:pic>
          <p:nvPicPr>
            <p:cNvPr id="9" name="Graphic 8" descr="Marker with solid fill">
              <a:extLst>
                <a:ext uri="{FF2B5EF4-FFF2-40B4-BE49-F238E27FC236}">
                  <a16:creationId xmlns:a16="http://schemas.microsoft.com/office/drawing/2014/main" id="{811C843D-2F3E-6478-7671-C646AA021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23461" y="2035803"/>
              <a:ext cx="222420" cy="22242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DE7279-6BD4-DF9F-A15C-D479DAECF15D}"/>
                </a:ext>
              </a:extLst>
            </p:cNvPr>
            <p:cNvSpPr txBox="1"/>
            <p:nvPr/>
          </p:nvSpPr>
          <p:spPr>
            <a:xfrm>
              <a:off x="3030702" y="2074144"/>
              <a:ext cx="1819758" cy="138499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Sites visitados pela Accenture.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0CDBE3-3098-1B5C-EE03-8C6047E13C0F}"/>
              </a:ext>
            </a:extLst>
          </p:cNvPr>
          <p:cNvGrpSpPr/>
          <p:nvPr/>
        </p:nvGrpSpPr>
        <p:grpSpPr>
          <a:xfrm>
            <a:off x="345028" y="1465580"/>
            <a:ext cx="6588000" cy="232139"/>
            <a:chOff x="345028" y="1291405"/>
            <a:chExt cx="6588000" cy="23213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C1E705-ED3F-D173-99C5-94EB3B2CC312}"/>
                </a:ext>
              </a:extLst>
            </p:cNvPr>
            <p:cNvSpPr txBox="1"/>
            <p:nvPr/>
          </p:nvSpPr>
          <p:spPr>
            <a:xfrm>
              <a:off x="345028" y="1291405"/>
              <a:ext cx="65880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Visão atual da operação em unidades, economias¹, estações e vendors de tecnologia²</a:t>
              </a:r>
              <a:endParaRPr kumimoji="0" lang="pt-BR" sz="1200" b="1" i="0" u="none" strike="noStrike" kern="1200" cap="none" spc="0" normalizeH="0" baseline="3000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842918-21B0-0587-757C-0D4103944CB0}"/>
                </a:ext>
              </a:extLst>
            </p:cNvPr>
            <p:cNvCxnSpPr>
              <a:cxnSpLocks/>
            </p:cNvCxnSpPr>
            <p:nvPr/>
          </p:nvCxnSpPr>
          <p:spPr>
            <a:xfrm>
              <a:off x="345028" y="1523544"/>
              <a:ext cx="6588000" cy="0"/>
            </a:xfrm>
            <a:prstGeom prst="line">
              <a:avLst/>
            </a:prstGeom>
            <a:ln w="19050">
              <a:solidFill>
                <a:srgbClr val="0038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BA77364-099B-C1B5-D5CA-3042A15E7D4C}"/>
              </a:ext>
            </a:extLst>
          </p:cNvPr>
          <p:cNvGrpSpPr/>
          <p:nvPr/>
        </p:nvGrpSpPr>
        <p:grpSpPr>
          <a:xfrm>
            <a:off x="7148498" y="1465580"/>
            <a:ext cx="4932000" cy="232139"/>
            <a:chOff x="7148498" y="1291405"/>
            <a:chExt cx="4672892" cy="23213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85F4D5-A8A1-0205-7182-0497F704A1AA}"/>
                </a:ext>
              </a:extLst>
            </p:cNvPr>
            <p:cNvSpPr txBox="1"/>
            <p:nvPr/>
          </p:nvSpPr>
          <p:spPr>
            <a:xfrm>
              <a:off x="7148498" y="1291405"/>
              <a:ext cx="4672892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Visão futura para operação</a:t>
              </a:r>
              <a:endParaRPr kumimoji="0" lang="pt-BR" sz="1200" b="1" i="0" u="none" strike="noStrike" kern="1200" cap="none" spc="0" normalizeH="0" baseline="3000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FB647A-6431-8C38-AA2E-8456E646CE28}"/>
                </a:ext>
              </a:extLst>
            </p:cNvPr>
            <p:cNvCxnSpPr>
              <a:cxnSpLocks/>
            </p:cNvCxnSpPr>
            <p:nvPr/>
          </p:nvCxnSpPr>
          <p:spPr>
            <a:xfrm>
              <a:off x="7148498" y="1523544"/>
              <a:ext cx="4672892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Hexagon 16">
            <a:extLst>
              <a:ext uri="{FF2B5EF4-FFF2-40B4-BE49-F238E27FC236}">
                <a16:creationId xmlns:a16="http://schemas.microsoft.com/office/drawing/2014/main" id="{CD6A122F-0A4D-03BA-BB5F-55B3646E2E89}"/>
              </a:ext>
            </a:extLst>
          </p:cNvPr>
          <p:cNvSpPr/>
          <p:nvPr/>
        </p:nvSpPr>
        <p:spPr>
          <a:xfrm>
            <a:off x="8024796" y="2927669"/>
            <a:ext cx="1103680" cy="891969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32BCAD"/>
            </a:solidFill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kern="0">
                <a:solidFill>
                  <a:srgbClr val="32BCAD"/>
                </a:solidFill>
                <a:latin typeface="Graphik"/>
              </a:rPr>
              <a:t>Operação Regional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32BCAD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&amp; Local</a:t>
            </a: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837617A-059E-E627-B9D5-1FE371123E32}"/>
              </a:ext>
            </a:extLst>
          </p:cNvPr>
          <p:cNvSpPr/>
          <p:nvPr/>
        </p:nvSpPr>
        <p:spPr>
          <a:xfrm>
            <a:off x="9116959" y="3482050"/>
            <a:ext cx="1103681" cy="891969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969696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LEAN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CORE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PLATFORMS</a:t>
            </a: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70232D5F-E18E-8F5E-1751-A5F7F00EF723}"/>
              </a:ext>
            </a:extLst>
          </p:cNvPr>
          <p:cNvSpPr/>
          <p:nvPr/>
        </p:nvSpPr>
        <p:spPr>
          <a:xfrm>
            <a:off x="9103540" y="2302688"/>
            <a:ext cx="1103680" cy="949091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32BCAD"/>
            </a:solidFill>
            <a:prstDash val="solid"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lang="pt-BR" sz="1000" b="1" kern="0">
                <a:solidFill>
                  <a:srgbClr val="32BCAD"/>
                </a:solidFill>
                <a:latin typeface="Graphik"/>
              </a:rPr>
              <a:t>Pessoas &amp;</a:t>
            </a:r>
          </a:p>
          <a:p>
            <a:pPr algn="ctr"/>
            <a:r>
              <a:rPr lang="pt-BR" sz="1000" b="1" kern="0">
                <a:solidFill>
                  <a:srgbClr val="32BCAD"/>
                </a:solidFill>
                <a:latin typeface="Graphik"/>
              </a:rPr>
              <a:t>Gover-nança</a:t>
            </a: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B3CEB80B-E557-0E48-8533-F72D0A51D271}"/>
              </a:ext>
            </a:extLst>
          </p:cNvPr>
          <p:cNvSpPr/>
          <p:nvPr/>
        </p:nvSpPr>
        <p:spPr>
          <a:xfrm>
            <a:off x="10210323" y="2927669"/>
            <a:ext cx="1103681" cy="891969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32BCAD"/>
            </a:solidFill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32BCAD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Processos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61390722-CBF9-1389-4DEA-74EB553C7C62}"/>
              </a:ext>
            </a:extLst>
          </p:cNvPr>
          <p:cNvSpPr/>
          <p:nvPr/>
        </p:nvSpPr>
        <p:spPr>
          <a:xfrm>
            <a:off x="10210323" y="4028505"/>
            <a:ext cx="1103681" cy="891969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32BCAD"/>
            </a:solidFill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32BCAD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Gestão da Mudança</a:t>
            </a: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EFCA6CE6-87CF-C535-29FE-093C4DD06E76}"/>
              </a:ext>
            </a:extLst>
          </p:cNvPr>
          <p:cNvSpPr/>
          <p:nvPr/>
        </p:nvSpPr>
        <p:spPr>
          <a:xfrm>
            <a:off x="9113268" y="3477981"/>
            <a:ext cx="1103680" cy="891969"/>
          </a:xfrm>
          <a:prstGeom prst="hexagon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chemeClr val="accent5">
                <a:lumMod val="75000"/>
              </a:scheme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COI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kern="0">
                <a:solidFill>
                  <a:schemeClr val="bg1"/>
                </a:solidFill>
                <a:latin typeface="Graphik"/>
              </a:rPr>
              <a:t>Central</a:t>
            </a:r>
            <a:endParaRPr kumimoji="0" lang="pt-BR" sz="1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269638A5-F17A-638C-A7FA-EF8EBF825615}"/>
              </a:ext>
            </a:extLst>
          </p:cNvPr>
          <p:cNvSpPr/>
          <p:nvPr/>
        </p:nvSpPr>
        <p:spPr>
          <a:xfrm>
            <a:off x="9113268" y="4596152"/>
            <a:ext cx="1103681" cy="891969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32BCAD"/>
            </a:solidFill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32BCAD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Infraest.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32BCAD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Tecnológica e Física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850F2E31-D6AF-89B3-99C2-9FFB4DC828F4}"/>
              </a:ext>
            </a:extLst>
          </p:cNvPr>
          <p:cNvSpPr/>
          <p:nvPr/>
        </p:nvSpPr>
        <p:spPr>
          <a:xfrm>
            <a:off x="8024797" y="4050208"/>
            <a:ext cx="1103681" cy="891969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32BCAD"/>
            </a:solidFill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32BCAD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Dashboards  perform. operacional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5C9FE9-74CA-29F4-216D-382CB277426A}"/>
              </a:ext>
            </a:extLst>
          </p:cNvPr>
          <p:cNvCxnSpPr>
            <a:cxnSpLocks/>
          </p:cNvCxnSpPr>
          <p:nvPr/>
        </p:nvCxnSpPr>
        <p:spPr>
          <a:xfrm>
            <a:off x="9015700" y="2882495"/>
            <a:ext cx="216484" cy="397737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13D0DC5-BC4A-D654-3024-E31CF477D37B}"/>
              </a:ext>
            </a:extLst>
          </p:cNvPr>
          <p:cNvCxnSpPr>
            <a:cxnSpLocks/>
          </p:cNvCxnSpPr>
          <p:nvPr/>
        </p:nvCxnSpPr>
        <p:spPr>
          <a:xfrm>
            <a:off x="10126497" y="4557870"/>
            <a:ext cx="197304" cy="386685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394DFC-4DE3-A3F0-D7E0-F3DE6EA5FE90}"/>
              </a:ext>
            </a:extLst>
          </p:cNvPr>
          <p:cNvCxnSpPr>
            <a:cxnSpLocks/>
          </p:cNvCxnSpPr>
          <p:nvPr/>
        </p:nvCxnSpPr>
        <p:spPr>
          <a:xfrm flipH="1">
            <a:off x="9002669" y="4557870"/>
            <a:ext cx="214358" cy="43443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FA38BF1-C3D9-72C7-B53A-92B1D5D70F87}"/>
              </a:ext>
            </a:extLst>
          </p:cNvPr>
          <p:cNvCxnSpPr>
            <a:cxnSpLocks/>
          </p:cNvCxnSpPr>
          <p:nvPr/>
        </p:nvCxnSpPr>
        <p:spPr>
          <a:xfrm>
            <a:off x="8283491" y="3934923"/>
            <a:ext cx="586293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67F012D-2C33-AB4D-F396-0F124C66D954}"/>
              </a:ext>
            </a:extLst>
          </p:cNvPr>
          <p:cNvCxnSpPr>
            <a:cxnSpLocks/>
          </p:cNvCxnSpPr>
          <p:nvPr/>
        </p:nvCxnSpPr>
        <p:spPr>
          <a:xfrm flipH="1">
            <a:off x="10094271" y="2889513"/>
            <a:ext cx="210151" cy="403419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27ACEB5-36BD-8281-43B6-99EFD2F7737C}"/>
              </a:ext>
            </a:extLst>
          </p:cNvPr>
          <p:cNvCxnSpPr>
            <a:cxnSpLocks/>
          </p:cNvCxnSpPr>
          <p:nvPr/>
        </p:nvCxnSpPr>
        <p:spPr>
          <a:xfrm>
            <a:off x="10469018" y="3924072"/>
            <a:ext cx="586293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9CEB4B7-468D-33CF-1450-B011BADB21EF}"/>
              </a:ext>
            </a:extLst>
          </p:cNvPr>
          <p:cNvCxnSpPr>
            <a:cxnSpLocks/>
          </p:cNvCxnSpPr>
          <p:nvPr/>
        </p:nvCxnSpPr>
        <p:spPr>
          <a:xfrm flipH="1">
            <a:off x="9011054" y="3418104"/>
            <a:ext cx="222992" cy="445984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6E7CEC-6C1B-C292-542F-A8151B2A9799}"/>
              </a:ext>
            </a:extLst>
          </p:cNvPr>
          <p:cNvCxnSpPr>
            <a:cxnSpLocks/>
          </p:cNvCxnSpPr>
          <p:nvPr/>
        </p:nvCxnSpPr>
        <p:spPr>
          <a:xfrm flipH="1">
            <a:off x="10081729" y="3977126"/>
            <a:ext cx="222992" cy="445984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5BE54E2-6330-A1C3-8806-7F589B94D813}"/>
              </a:ext>
            </a:extLst>
          </p:cNvPr>
          <p:cNvCxnSpPr>
            <a:cxnSpLocks/>
          </p:cNvCxnSpPr>
          <p:nvPr/>
        </p:nvCxnSpPr>
        <p:spPr>
          <a:xfrm>
            <a:off x="10081729" y="3417679"/>
            <a:ext cx="222992" cy="445984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B8BE241-2410-6093-6F67-D4D88DDA8751}"/>
              </a:ext>
            </a:extLst>
          </p:cNvPr>
          <p:cNvCxnSpPr>
            <a:cxnSpLocks/>
          </p:cNvCxnSpPr>
          <p:nvPr/>
        </p:nvCxnSpPr>
        <p:spPr>
          <a:xfrm>
            <a:off x="9027841" y="3977126"/>
            <a:ext cx="222992" cy="445984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220775B-D1C3-545B-0DFA-4CC55DD38EDF}"/>
              </a:ext>
            </a:extLst>
          </p:cNvPr>
          <p:cNvCxnSpPr>
            <a:cxnSpLocks/>
          </p:cNvCxnSpPr>
          <p:nvPr/>
        </p:nvCxnSpPr>
        <p:spPr>
          <a:xfrm flipH="1">
            <a:off x="9334802" y="3364880"/>
            <a:ext cx="660612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7DEEA9F-8D9F-DB0E-9344-84024B26FAC1}"/>
              </a:ext>
            </a:extLst>
          </p:cNvPr>
          <p:cNvCxnSpPr>
            <a:cxnSpLocks/>
          </p:cNvCxnSpPr>
          <p:nvPr/>
        </p:nvCxnSpPr>
        <p:spPr>
          <a:xfrm flipH="1">
            <a:off x="9334802" y="4483051"/>
            <a:ext cx="660612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sp>
        <p:nvSpPr>
          <p:cNvPr id="37" name="Hexagon 36">
            <a:extLst>
              <a:ext uri="{FF2B5EF4-FFF2-40B4-BE49-F238E27FC236}">
                <a16:creationId xmlns:a16="http://schemas.microsoft.com/office/drawing/2014/main" id="{0A5BA0FF-038F-03AB-96D0-57EE91C932FF}"/>
              </a:ext>
            </a:extLst>
          </p:cNvPr>
          <p:cNvSpPr/>
          <p:nvPr/>
        </p:nvSpPr>
        <p:spPr>
          <a:xfrm>
            <a:off x="10224035" y="2033371"/>
            <a:ext cx="912133" cy="737165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F89152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Sist.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Operação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kern="0">
                <a:solidFill>
                  <a:srgbClr val="F89152"/>
                </a:solidFill>
                <a:latin typeface="Graphik"/>
              </a:rPr>
              <a:t>de Redes</a:t>
            </a:r>
          </a:p>
        </p:txBody>
      </p:sp>
      <p:sp>
        <p:nvSpPr>
          <p:cNvPr id="38" name="Hexagon 37">
            <a:extLst>
              <a:ext uri="{FF2B5EF4-FFF2-40B4-BE49-F238E27FC236}">
                <a16:creationId xmlns:a16="http://schemas.microsoft.com/office/drawing/2014/main" id="{92F296CB-089F-5904-2345-00EF8A593D3A}"/>
              </a:ext>
            </a:extLst>
          </p:cNvPr>
          <p:cNvSpPr/>
          <p:nvPr/>
        </p:nvSpPr>
        <p:spPr>
          <a:xfrm>
            <a:off x="8194048" y="2033371"/>
            <a:ext cx="912133" cy="737165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F89152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SCADA-COI</a:t>
            </a:r>
          </a:p>
        </p:txBody>
      </p:sp>
      <p:sp>
        <p:nvSpPr>
          <p:cNvPr id="39" name="Hexagon 38">
            <a:extLst>
              <a:ext uri="{FF2B5EF4-FFF2-40B4-BE49-F238E27FC236}">
                <a16:creationId xmlns:a16="http://schemas.microsoft.com/office/drawing/2014/main" id="{D15BE20B-8BE0-3FA8-04DA-D5A44043AE68}"/>
              </a:ext>
            </a:extLst>
          </p:cNvPr>
          <p:cNvSpPr/>
          <p:nvPr/>
        </p:nvSpPr>
        <p:spPr>
          <a:xfrm>
            <a:off x="8173814" y="5113840"/>
            <a:ext cx="912133" cy="737165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F89152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Broker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kern="0">
                <a:solidFill>
                  <a:srgbClr val="F89152"/>
                </a:solidFill>
                <a:latin typeface="Graphik"/>
              </a:rPr>
              <a:t>MQTT</a:t>
            </a:r>
            <a:endParaRPr kumimoji="0" lang="pt-BR" sz="1000" b="1" i="0" u="none" strike="noStrike" kern="0" cap="none" spc="0" normalizeH="0" baseline="0" noProof="0">
              <a:ln>
                <a:noFill/>
              </a:ln>
              <a:solidFill>
                <a:srgbClr val="F89152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0" name="Hexagon 39">
            <a:extLst>
              <a:ext uri="{FF2B5EF4-FFF2-40B4-BE49-F238E27FC236}">
                <a16:creationId xmlns:a16="http://schemas.microsoft.com/office/drawing/2014/main" id="{76F8E8CE-78FB-74FF-557B-B8F83DE7164D}"/>
              </a:ext>
            </a:extLst>
          </p:cNvPr>
          <p:cNvSpPr/>
          <p:nvPr/>
        </p:nvSpPr>
        <p:spPr>
          <a:xfrm>
            <a:off x="10255367" y="5113840"/>
            <a:ext cx="912133" cy="737165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F89152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kern="0">
                <a:solidFill>
                  <a:srgbClr val="F89152"/>
                </a:solidFill>
                <a:latin typeface="Graphik"/>
              </a:rPr>
              <a:t>Infos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kern="0">
                <a:solidFill>
                  <a:srgbClr val="F89152"/>
                </a:solidFill>
                <a:latin typeface="Graphik"/>
              </a:rPr>
              <a:t>Laboratoriais</a:t>
            </a:r>
            <a:endParaRPr kumimoji="0" lang="pt-BR" sz="1000" b="1" i="0" u="none" strike="noStrike" kern="0" cap="none" spc="0" normalizeH="0" baseline="0" noProof="0">
              <a:ln>
                <a:noFill/>
              </a:ln>
              <a:solidFill>
                <a:srgbClr val="F89152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(LIMS)</a:t>
            </a:r>
          </a:p>
        </p:txBody>
      </p:sp>
      <p:sp>
        <p:nvSpPr>
          <p:cNvPr id="41" name="Hexagon 40">
            <a:extLst>
              <a:ext uri="{FF2B5EF4-FFF2-40B4-BE49-F238E27FC236}">
                <a16:creationId xmlns:a16="http://schemas.microsoft.com/office/drawing/2014/main" id="{9617B9CD-3925-46D5-814A-A51E377A0CE7}"/>
              </a:ext>
            </a:extLst>
          </p:cNvPr>
          <p:cNvSpPr/>
          <p:nvPr/>
        </p:nvSpPr>
        <p:spPr>
          <a:xfrm>
            <a:off x="7127857" y="3566341"/>
            <a:ext cx="912133" cy="737165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F89152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Sistema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Analítico de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kern="0">
                <a:solidFill>
                  <a:srgbClr val="F89152"/>
                </a:solidFill>
                <a:latin typeface="Graphik"/>
              </a:rPr>
              <a:t>Perdas</a:t>
            </a:r>
            <a:endParaRPr kumimoji="0" lang="pt-BR" sz="1000" b="1" i="0" u="none" strike="noStrike" kern="0" cap="none" spc="0" normalizeH="0" baseline="0" noProof="0">
              <a:ln>
                <a:noFill/>
              </a:ln>
              <a:solidFill>
                <a:srgbClr val="F89152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2" name="Hexagon 41">
            <a:extLst>
              <a:ext uri="{FF2B5EF4-FFF2-40B4-BE49-F238E27FC236}">
                <a16:creationId xmlns:a16="http://schemas.microsoft.com/office/drawing/2014/main" id="{229C4FD7-3C1C-9C28-1B28-35B21FF9F95F}"/>
              </a:ext>
            </a:extLst>
          </p:cNvPr>
          <p:cNvSpPr/>
          <p:nvPr/>
        </p:nvSpPr>
        <p:spPr>
          <a:xfrm>
            <a:off x="7127857" y="2627715"/>
            <a:ext cx="912133" cy="737165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F89152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Serv. de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Campo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b="1" kern="0">
                <a:solidFill>
                  <a:srgbClr val="F89152"/>
                </a:solidFill>
                <a:latin typeface="Graphik"/>
              </a:rPr>
              <a:t>(</a:t>
            </a:r>
            <a:r>
              <a:rPr kumimoji="0" lang="pt-BR" sz="9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FSM)</a:t>
            </a:r>
          </a:p>
        </p:txBody>
      </p:sp>
      <p:sp>
        <p:nvSpPr>
          <p:cNvPr id="43" name="Hexagon 42">
            <a:extLst>
              <a:ext uri="{FF2B5EF4-FFF2-40B4-BE49-F238E27FC236}">
                <a16:creationId xmlns:a16="http://schemas.microsoft.com/office/drawing/2014/main" id="{74549DBC-90A5-D2B3-2285-65944B383C85}"/>
              </a:ext>
            </a:extLst>
          </p:cNvPr>
          <p:cNvSpPr/>
          <p:nvPr/>
        </p:nvSpPr>
        <p:spPr>
          <a:xfrm>
            <a:off x="7127857" y="4534076"/>
            <a:ext cx="912133" cy="737165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F89152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IoT</a:t>
            </a:r>
          </a:p>
        </p:txBody>
      </p:sp>
      <p:sp>
        <p:nvSpPr>
          <p:cNvPr id="44" name="Hexagon 43">
            <a:extLst>
              <a:ext uri="{FF2B5EF4-FFF2-40B4-BE49-F238E27FC236}">
                <a16:creationId xmlns:a16="http://schemas.microsoft.com/office/drawing/2014/main" id="{4E9C012A-2EE1-7166-4320-C522EDB82B42}"/>
              </a:ext>
            </a:extLst>
          </p:cNvPr>
          <p:cNvSpPr/>
          <p:nvPr/>
        </p:nvSpPr>
        <p:spPr>
          <a:xfrm>
            <a:off x="11212557" y="2433150"/>
            <a:ext cx="912133" cy="737165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F89152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kern="0">
                <a:solidFill>
                  <a:srgbClr val="F89152"/>
                </a:solidFill>
                <a:latin typeface="Graphik"/>
              </a:rPr>
              <a:t>PIMS</a:t>
            </a:r>
            <a:endParaRPr kumimoji="0" lang="pt-BR" sz="1000" b="1" i="0" u="none" strike="noStrike" kern="0" cap="none" spc="0" normalizeH="0" baseline="0" noProof="0">
              <a:ln>
                <a:noFill/>
              </a:ln>
              <a:solidFill>
                <a:srgbClr val="F89152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5" name="Hexagon 44">
            <a:extLst>
              <a:ext uri="{FF2B5EF4-FFF2-40B4-BE49-F238E27FC236}">
                <a16:creationId xmlns:a16="http://schemas.microsoft.com/office/drawing/2014/main" id="{448A0B5C-433B-B2D6-4E25-C690BE96641C}"/>
              </a:ext>
            </a:extLst>
          </p:cNvPr>
          <p:cNvSpPr/>
          <p:nvPr/>
        </p:nvSpPr>
        <p:spPr>
          <a:xfrm>
            <a:off x="11234297" y="3576991"/>
            <a:ext cx="912133" cy="737165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F89152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Gestão de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kern="0">
                <a:solidFill>
                  <a:srgbClr val="F89152"/>
                </a:solidFill>
                <a:latin typeface="Graphik"/>
              </a:rPr>
              <a:t>Ativos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(APM)</a:t>
            </a:r>
          </a:p>
        </p:txBody>
      </p:sp>
      <p:sp>
        <p:nvSpPr>
          <p:cNvPr id="46" name="Hexagon 45">
            <a:extLst>
              <a:ext uri="{FF2B5EF4-FFF2-40B4-BE49-F238E27FC236}">
                <a16:creationId xmlns:a16="http://schemas.microsoft.com/office/drawing/2014/main" id="{1AA104CE-AEA4-360A-0EF4-9F3FA9303D8C}"/>
              </a:ext>
            </a:extLst>
          </p:cNvPr>
          <p:cNvSpPr/>
          <p:nvPr/>
        </p:nvSpPr>
        <p:spPr>
          <a:xfrm>
            <a:off x="11234297" y="4588304"/>
            <a:ext cx="912133" cy="737165"/>
          </a:xfrm>
          <a:prstGeom prst="hexagon">
            <a:avLst/>
          </a:prstGeom>
          <a:solidFill>
            <a:sysClr val="window" lastClr="FFFFFF"/>
          </a:solidFill>
          <a:ln w="25400" cap="flat" cmpd="sng" algn="ctr">
            <a:solidFill>
              <a:srgbClr val="F89152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F89152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GIS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4D5BCCE-5634-6588-56EF-30D7567B452D}"/>
              </a:ext>
            </a:extLst>
          </p:cNvPr>
          <p:cNvCxnSpPr>
            <a:cxnSpLocks/>
          </p:cNvCxnSpPr>
          <p:nvPr/>
        </p:nvCxnSpPr>
        <p:spPr>
          <a:xfrm>
            <a:off x="11096951" y="5066034"/>
            <a:ext cx="207896" cy="339083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3F4B1D8-C102-7230-F1A5-22C30C0E0DE5}"/>
              </a:ext>
            </a:extLst>
          </p:cNvPr>
          <p:cNvCxnSpPr>
            <a:cxnSpLocks/>
          </p:cNvCxnSpPr>
          <p:nvPr/>
        </p:nvCxnSpPr>
        <p:spPr>
          <a:xfrm>
            <a:off x="11165559" y="3999422"/>
            <a:ext cx="197304" cy="386685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0C75903-82E4-B38D-0A61-093845DF120E}"/>
              </a:ext>
            </a:extLst>
          </p:cNvPr>
          <p:cNvCxnSpPr>
            <a:cxnSpLocks/>
          </p:cNvCxnSpPr>
          <p:nvPr/>
        </p:nvCxnSpPr>
        <p:spPr>
          <a:xfrm>
            <a:off x="7972843" y="3486420"/>
            <a:ext cx="197304" cy="386685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ED4F8A5-BF2A-7ECC-A6C5-828320C4F3F6}"/>
              </a:ext>
            </a:extLst>
          </p:cNvPr>
          <p:cNvCxnSpPr>
            <a:cxnSpLocks/>
          </p:cNvCxnSpPr>
          <p:nvPr/>
        </p:nvCxnSpPr>
        <p:spPr>
          <a:xfrm>
            <a:off x="11157702" y="2871119"/>
            <a:ext cx="197304" cy="386685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F547E96-FD2F-4DAB-94B1-B7A7A897798A}"/>
              </a:ext>
            </a:extLst>
          </p:cNvPr>
          <p:cNvCxnSpPr>
            <a:cxnSpLocks/>
          </p:cNvCxnSpPr>
          <p:nvPr/>
        </p:nvCxnSpPr>
        <p:spPr>
          <a:xfrm>
            <a:off x="11470117" y="3400133"/>
            <a:ext cx="440491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A3D5216-9E0D-108A-AE9B-293AC88162DA}"/>
              </a:ext>
            </a:extLst>
          </p:cNvPr>
          <p:cNvCxnSpPr>
            <a:cxnSpLocks/>
          </p:cNvCxnSpPr>
          <p:nvPr/>
        </p:nvCxnSpPr>
        <p:spPr>
          <a:xfrm>
            <a:off x="8381354" y="5026431"/>
            <a:ext cx="484540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56076F8-67D3-3DEB-8AE3-C6E0315DAAE0}"/>
              </a:ext>
            </a:extLst>
          </p:cNvPr>
          <p:cNvCxnSpPr>
            <a:cxnSpLocks/>
          </p:cNvCxnSpPr>
          <p:nvPr/>
        </p:nvCxnSpPr>
        <p:spPr>
          <a:xfrm>
            <a:off x="10464712" y="5012577"/>
            <a:ext cx="484540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D353EA7-0273-D949-1787-283369D4D00F}"/>
              </a:ext>
            </a:extLst>
          </p:cNvPr>
          <p:cNvCxnSpPr>
            <a:cxnSpLocks/>
          </p:cNvCxnSpPr>
          <p:nvPr/>
        </p:nvCxnSpPr>
        <p:spPr>
          <a:xfrm>
            <a:off x="11470117" y="4464793"/>
            <a:ext cx="440491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1515D91-4D32-BD3E-4872-9D1149A30ACA}"/>
              </a:ext>
            </a:extLst>
          </p:cNvPr>
          <p:cNvCxnSpPr>
            <a:cxnSpLocks/>
          </p:cNvCxnSpPr>
          <p:nvPr/>
        </p:nvCxnSpPr>
        <p:spPr>
          <a:xfrm flipH="1">
            <a:off x="7970535" y="4002464"/>
            <a:ext cx="164851" cy="359949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31E1E49-C35D-EECA-B93D-C40A5A7D56BD}"/>
              </a:ext>
            </a:extLst>
          </p:cNvPr>
          <p:cNvCxnSpPr>
            <a:cxnSpLocks/>
          </p:cNvCxnSpPr>
          <p:nvPr/>
        </p:nvCxnSpPr>
        <p:spPr>
          <a:xfrm flipH="1">
            <a:off x="10151696" y="5113840"/>
            <a:ext cx="148585" cy="36008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AF3352C-5FEF-659A-10A4-5F90905651E9}"/>
              </a:ext>
            </a:extLst>
          </p:cNvPr>
          <p:cNvCxnSpPr>
            <a:cxnSpLocks/>
          </p:cNvCxnSpPr>
          <p:nvPr/>
        </p:nvCxnSpPr>
        <p:spPr>
          <a:xfrm>
            <a:off x="7341653" y="4434196"/>
            <a:ext cx="484540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62783BD-A46A-6324-2355-ED9CF8CCF555}"/>
              </a:ext>
            </a:extLst>
          </p:cNvPr>
          <p:cNvCxnSpPr>
            <a:cxnSpLocks/>
          </p:cNvCxnSpPr>
          <p:nvPr/>
        </p:nvCxnSpPr>
        <p:spPr>
          <a:xfrm>
            <a:off x="7341653" y="3477981"/>
            <a:ext cx="484540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4A09B53-DEE3-6963-7D62-D3AD681F3CBA}"/>
              </a:ext>
            </a:extLst>
          </p:cNvPr>
          <p:cNvCxnSpPr>
            <a:cxnSpLocks/>
          </p:cNvCxnSpPr>
          <p:nvPr/>
        </p:nvCxnSpPr>
        <p:spPr>
          <a:xfrm>
            <a:off x="7938089" y="2483756"/>
            <a:ext cx="266811" cy="379234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A8EA59B-DB52-C999-4BC7-606F7CD3957B}"/>
              </a:ext>
            </a:extLst>
          </p:cNvPr>
          <p:cNvCxnSpPr>
            <a:cxnSpLocks/>
          </p:cNvCxnSpPr>
          <p:nvPr/>
        </p:nvCxnSpPr>
        <p:spPr>
          <a:xfrm>
            <a:off x="8311872" y="2856063"/>
            <a:ext cx="586293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E7D7AFA-91A5-69E7-C1B8-EB65BEB53302}"/>
              </a:ext>
            </a:extLst>
          </p:cNvPr>
          <p:cNvCxnSpPr>
            <a:cxnSpLocks/>
          </p:cNvCxnSpPr>
          <p:nvPr/>
        </p:nvCxnSpPr>
        <p:spPr>
          <a:xfrm>
            <a:off x="10449818" y="2856063"/>
            <a:ext cx="586293" cy="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B58032D-DD5A-BB20-3E15-587F2FBCA3B3}"/>
              </a:ext>
            </a:extLst>
          </p:cNvPr>
          <p:cNvCxnSpPr>
            <a:cxnSpLocks/>
          </p:cNvCxnSpPr>
          <p:nvPr/>
        </p:nvCxnSpPr>
        <p:spPr>
          <a:xfrm flipH="1">
            <a:off x="7999231" y="5042056"/>
            <a:ext cx="194817" cy="344324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515AB0A-1B11-AD1D-9623-5896F72D6A02}"/>
              </a:ext>
            </a:extLst>
          </p:cNvPr>
          <p:cNvCxnSpPr>
            <a:cxnSpLocks/>
          </p:cNvCxnSpPr>
          <p:nvPr/>
        </p:nvCxnSpPr>
        <p:spPr>
          <a:xfrm>
            <a:off x="7936888" y="4489626"/>
            <a:ext cx="206203" cy="439259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BCC9993-ADCD-3BF6-B4FC-08630B9A9687}"/>
              </a:ext>
            </a:extLst>
          </p:cNvPr>
          <p:cNvCxnSpPr>
            <a:cxnSpLocks/>
          </p:cNvCxnSpPr>
          <p:nvPr/>
        </p:nvCxnSpPr>
        <p:spPr>
          <a:xfrm flipH="1" flipV="1">
            <a:off x="9020149" y="5101740"/>
            <a:ext cx="196878" cy="424663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25C8016-F30E-3482-CB1C-7CD6C12CD418}"/>
              </a:ext>
            </a:extLst>
          </p:cNvPr>
          <p:cNvCxnSpPr>
            <a:cxnSpLocks/>
          </p:cNvCxnSpPr>
          <p:nvPr/>
        </p:nvCxnSpPr>
        <p:spPr>
          <a:xfrm flipH="1">
            <a:off x="9044881" y="2274235"/>
            <a:ext cx="215358" cy="457486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4C53E39-7A7B-E6DC-1004-2C1EC2248489}"/>
              </a:ext>
            </a:extLst>
          </p:cNvPr>
          <p:cNvCxnSpPr>
            <a:cxnSpLocks/>
          </p:cNvCxnSpPr>
          <p:nvPr/>
        </p:nvCxnSpPr>
        <p:spPr>
          <a:xfrm flipH="1" flipV="1">
            <a:off x="10081729" y="2288487"/>
            <a:ext cx="218552" cy="437740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1F7E060-4206-606E-2973-ED30018D6BB7}"/>
              </a:ext>
            </a:extLst>
          </p:cNvPr>
          <p:cNvCxnSpPr>
            <a:cxnSpLocks/>
          </p:cNvCxnSpPr>
          <p:nvPr/>
        </p:nvCxnSpPr>
        <p:spPr>
          <a:xfrm flipH="1">
            <a:off x="11165559" y="3477981"/>
            <a:ext cx="197304" cy="341657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891BEBB-B697-44D0-5BAC-BAAC0324528D}"/>
              </a:ext>
            </a:extLst>
          </p:cNvPr>
          <p:cNvSpPr txBox="1"/>
          <p:nvPr/>
        </p:nvSpPr>
        <p:spPr>
          <a:xfrm>
            <a:off x="7127857" y="6047986"/>
            <a:ext cx="726164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Legendas: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F4969D2-F53B-3871-7AF4-71FBD8CFEC96}"/>
              </a:ext>
            </a:extLst>
          </p:cNvPr>
          <p:cNvGrpSpPr/>
          <p:nvPr/>
        </p:nvGrpSpPr>
        <p:grpSpPr>
          <a:xfrm>
            <a:off x="7829792" y="6047986"/>
            <a:ext cx="1671396" cy="138499"/>
            <a:chOff x="7829792" y="6056810"/>
            <a:chExt cx="1671396" cy="138499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8A1630A-E09B-5DEF-0E59-C2982B4034A6}"/>
                </a:ext>
              </a:extLst>
            </p:cNvPr>
            <p:cNvSpPr txBox="1"/>
            <p:nvPr/>
          </p:nvSpPr>
          <p:spPr>
            <a:xfrm>
              <a:off x="8039045" y="6056810"/>
              <a:ext cx="1462143" cy="138499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Definições de Negócios</a:t>
              </a:r>
            </a:p>
          </p:txBody>
        </p:sp>
        <p:sp>
          <p:nvSpPr>
            <p:cNvPr id="71" name="Hexagon 70">
              <a:extLst>
                <a:ext uri="{FF2B5EF4-FFF2-40B4-BE49-F238E27FC236}">
                  <a16:creationId xmlns:a16="http://schemas.microsoft.com/office/drawing/2014/main" id="{B316E114-54E2-BBA3-B952-CBCE7D4F948C}"/>
                </a:ext>
              </a:extLst>
            </p:cNvPr>
            <p:cNvSpPr/>
            <p:nvPr/>
          </p:nvSpPr>
          <p:spPr>
            <a:xfrm>
              <a:off x="7829792" y="6056810"/>
              <a:ext cx="164055" cy="138499"/>
            </a:xfrm>
            <a:prstGeom prst="hexagon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32BCAD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32BCAD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690C206-A22C-6920-D4C3-48737B4A930D}"/>
              </a:ext>
            </a:extLst>
          </p:cNvPr>
          <p:cNvGrpSpPr/>
          <p:nvPr/>
        </p:nvGrpSpPr>
        <p:grpSpPr>
          <a:xfrm>
            <a:off x="9458787" y="6047986"/>
            <a:ext cx="1073253" cy="138499"/>
            <a:chOff x="7829792" y="6056810"/>
            <a:chExt cx="1073253" cy="138499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7486110-5CFA-E52F-DA46-FAB055BA6AD8}"/>
                </a:ext>
              </a:extLst>
            </p:cNvPr>
            <p:cNvSpPr txBox="1"/>
            <p:nvPr/>
          </p:nvSpPr>
          <p:spPr>
            <a:xfrm>
              <a:off x="8039045" y="6056810"/>
              <a:ext cx="864000" cy="138499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Tecnologias</a:t>
              </a:r>
            </a:p>
          </p:txBody>
        </p:sp>
        <p:sp>
          <p:nvSpPr>
            <p:cNvPr id="74" name="Hexagon 73">
              <a:extLst>
                <a:ext uri="{FF2B5EF4-FFF2-40B4-BE49-F238E27FC236}">
                  <a16:creationId xmlns:a16="http://schemas.microsoft.com/office/drawing/2014/main" id="{2412353B-F351-3455-1B35-E7DB85FBF15C}"/>
                </a:ext>
              </a:extLst>
            </p:cNvPr>
            <p:cNvSpPr/>
            <p:nvPr/>
          </p:nvSpPr>
          <p:spPr>
            <a:xfrm>
              <a:off x="7829792" y="6056810"/>
              <a:ext cx="164055" cy="138499"/>
            </a:xfrm>
            <a:prstGeom prst="hexagon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89152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32BCAD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F7B7657-6FF7-D799-9A6B-74DA03891C56}"/>
              </a:ext>
            </a:extLst>
          </p:cNvPr>
          <p:cNvCxnSpPr>
            <a:cxnSpLocks/>
          </p:cNvCxnSpPr>
          <p:nvPr/>
        </p:nvCxnSpPr>
        <p:spPr>
          <a:xfrm flipH="1">
            <a:off x="7970535" y="2927669"/>
            <a:ext cx="164851" cy="381648"/>
          </a:xfrm>
          <a:prstGeom prst="straightConnector1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headEnd type="stealth" w="med" len="med"/>
            <a:tailEnd type="stealth" w="med" len="med"/>
          </a:ln>
          <a:effectLst/>
        </p:spPr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5125902-659E-56C9-A4CF-CE6B16FED081}"/>
              </a:ext>
            </a:extLst>
          </p:cNvPr>
          <p:cNvGrpSpPr/>
          <p:nvPr/>
        </p:nvGrpSpPr>
        <p:grpSpPr>
          <a:xfrm>
            <a:off x="240315" y="1878658"/>
            <a:ext cx="6666275" cy="4040350"/>
            <a:chOff x="240315" y="1878658"/>
            <a:chExt cx="6666275" cy="4040350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03B784E-A4C1-E97B-E8C8-D87A4DA7B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3472" t="6798" r="4588" b="18285"/>
            <a:stretch/>
          </p:blipFill>
          <p:spPr>
            <a:xfrm>
              <a:off x="286141" y="1940278"/>
              <a:ext cx="6368782" cy="3784019"/>
            </a:xfrm>
            <a:prstGeom prst="rect">
              <a:avLst/>
            </a:prstGeom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632EFEB-D4AE-9B51-02B4-2908D56AA90C}"/>
                </a:ext>
              </a:extLst>
            </p:cNvPr>
            <p:cNvSpPr/>
            <p:nvPr/>
          </p:nvSpPr>
          <p:spPr>
            <a:xfrm>
              <a:off x="274422" y="4177058"/>
              <a:ext cx="2384296" cy="1625650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EAE904C8-6D3E-C3D5-4ED0-36D2E0B57313}"/>
                </a:ext>
              </a:extLst>
            </p:cNvPr>
            <p:cNvSpPr/>
            <p:nvPr/>
          </p:nvSpPr>
          <p:spPr>
            <a:xfrm>
              <a:off x="4507197" y="4285467"/>
              <a:ext cx="304297" cy="251486"/>
            </a:xfrm>
            <a:prstGeom prst="roundRect">
              <a:avLst>
                <a:gd name="adj" fmla="val 32474"/>
              </a:avLst>
            </a:prstGeom>
            <a:solidFill>
              <a:srgbClr val="39B54A"/>
            </a:solidFill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M</a:t>
              </a:r>
            </a:p>
          </p:txBody>
        </p:sp>
        <p:pic>
          <p:nvPicPr>
            <p:cNvPr id="80" name="Graphic 79" descr="Marker with solid fill">
              <a:extLst>
                <a:ext uri="{FF2B5EF4-FFF2-40B4-BE49-F238E27FC236}">
                  <a16:creationId xmlns:a16="http://schemas.microsoft.com/office/drawing/2014/main" id="{4ED0EF0B-10B9-EFFF-AFCD-0B9542E96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18380" y="4153907"/>
              <a:ext cx="256086" cy="2560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13C85AE-C3E2-2021-9826-7EE7281BF910}"/>
                </a:ext>
              </a:extLst>
            </p:cNvPr>
            <p:cNvSpPr/>
            <p:nvPr/>
          </p:nvSpPr>
          <p:spPr>
            <a:xfrm>
              <a:off x="3492652" y="4257000"/>
              <a:ext cx="173275" cy="510052"/>
            </a:xfrm>
            <a:custGeom>
              <a:avLst/>
              <a:gdLst>
                <a:gd name="connsiteX0" fmla="*/ 0 w 168166"/>
                <a:gd name="connsiteY0" fmla="*/ 0 h 536027"/>
                <a:gd name="connsiteX1" fmla="*/ 168166 w 168166"/>
                <a:gd name="connsiteY1" fmla="*/ 273268 h 536027"/>
                <a:gd name="connsiteX2" fmla="*/ 21021 w 168166"/>
                <a:gd name="connsiteY2" fmla="*/ 536027 h 536027"/>
                <a:gd name="connsiteX3" fmla="*/ 0 w 168166"/>
                <a:gd name="connsiteY3" fmla="*/ 0 h 536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66" h="536027">
                  <a:moveTo>
                    <a:pt x="0" y="0"/>
                  </a:moveTo>
                  <a:lnTo>
                    <a:pt x="168166" y="273268"/>
                  </a:lnTo>
                  <a:lnTo>
                    <a:pt x="21021" y="53602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EDB">
                    <a:alpha val="70000"/>
                  </a:srgbClr>
                </a:gs>
                <a:gs pos="100000">
                  <a:srgbClr val="009EDB">
                    <a:alpha val="1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65E710DC-636B-2842-9FEA-A35E32E4F690}"/>
                </a:ext>
              </a:extLst>
            </p:cNvPr>
            <p:cNvSpPr/>
            <p:nvPr/>
          </p:nvSpPr>
          <p:spPr>
            <a:xfrm>
              <a:off x="3647385" y="4440233"/>
              <a:ext cx="228623" cy="156153"/>
            </a:xfrm>
            <a:prstGeom prst="roundRect">
              <a:avLst>
                <a:gd name="adj" fmla="val 39346"/>
              </a:avLst>
            </a:prstGeom>
            <a:solidFill>
              <a:srgbClr val="009EDB"/>
            </a:solidFill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RA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18359C6-61B7-5AC0-F483-8B555082772D}"/>
                </a:ext>
              </a:extLst>
            </p:cNvPr>
            <p:cNvSpPr/>
            <p:nvPr/>
          </p:nvSpPr>
          <p:spPr>
            <a:xfrm>
              <a:off x="2245580" y="4145166"/>
              <a:ext cx="1288230" cy="7933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9ED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18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9EDB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Alto Paranapanema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B219CFD-3724-FCFC-920A-8013DDE7701F}"/>
                </a:ext>
              </a:extLst>
            </p:cNvPr>
            <p:cNvSpPr/>
            <p:nvPr/>
          </p:nvSpPr>
          <p:spPr>
            <a:xfrm>
              <a:off x="2279887" y="4308992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 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+380k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AEA0DEC-3618-7D29-4F06-B87AB4DDAE0D}"/>
                </a:ext>
              </a:extLst>
            </p:cNvPr>
            <p:cNvSpPr/>
            <p:nvPr/>
          </p:nvSpPr>
          <p:spPr>
            <a:xfrm>
              <a:off x="2739922" y="4308992"/>
              <a:ext cx="758918" cy="5736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107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ETA+ETE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700" b="1">
                  <a:solidFill>
                    <a:prstClr val="black"/>
                  </a:solidFill>
                  <a:latin typeface="Graphik"/>
                </a:rPr>
                <a:t>Soluções:</a:t>
              </a:r>
              <a:endParaRPr kumimoji="0" lang="pt-B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DBF0464-D962-6E45-91C4-E5C3C8B3EB23}"/>
                </a:ext>
              </a:extLst>
            </p:cNvPr>
            <p:cNvSpPr/>
            <p:nvPr/>
          </p:nvSpPr>
          <p:spPr>
            <a:xfrm>
              <a:off x="2279887" y="4613174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+340k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648A263-56EE-0A88-5E90-67740E8E624F}"/>
                </a:ext>
              </a:extLst>
            </p:cNvPr>
            <p:cNvSpPr/>
            <p:nvPr/>
          </p:nvSpPr>
          <p:spPr>
            <a:xfrm>
              <a:off x="611485" y="3197406"/>
              <a:ext cx="773413" cy="248580"/>
            </a:xfrm>
            <a:custGeom>
              <a:avLst/>
              <a:gdLst>
                <a:gd name="connsiteX0" fmla="*/ 774700 w 812800"/>
                <a:gd name="connsiteY0" fmla="*/ 215900 h 215900"/>
                <a:gd name="connsiteX1" fmla="*/ 0 w 812800"/>
                <a:gd name="connsiteY1" fmla="*/ 0 h 215900"/>
                <a:gd name="connsiteX2" fmla="*/ 812800 w 812800"/>
                <a:gd name="connsiteY2" fmla="*/ 0 h 215900"/>
                <a:gd name="connsiteX3" fmla="*/ 774700 w 812800"/>
                <a:gd name="connsiteY3" fmla="*/ 21590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2800" h="215900">
                  <a:moveTo>
                    <a:pt x="774700" y="215900"/>
                  </a:moveTo>
                  <a:lnTo>
                    <a:pt x="0" y="0"/>
                  </a:lnTo>
                  <a:lnTo>
                    <a:pt x="812800" y="0"/>
                  </a:lnTo>
                  <a:lnTo>
                    <a:pt x="774700" y="2159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EDB">
                    <a:alpha val="70000"/>
                  </a:srgbClr>
                </a:gs>
                <a:gs pos="100000">
                  <a:srgbClr val="009EDB">
                    <a:alpha val="1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EDC34ECB-1306-1E75-E3DD-DFD6A7378DB1}"/>
                </a:ext>
              </a:extLst>
            </p:cNvPr>
            <p:cNvSpPr/>
            <p:nvPr/>
          </p:nvSpPr>
          <p:spPr>
            <a:xfrm>
              <a:off x="1273104" y="3436563"/>
              <a:ext cx="228623" cy="156153"/>
            </a:xfrm>
            <a:prstGeom prst="roundRect">
              <a:avLst>
                <a:gd name="adj" fmla="val 39346"/>
              </a:avLst>
            </a:prstGeom>
            <a:solidFill>
              <a:srgbClr val="009EDB"/>
            </a:solidFill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RB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555A8A5-20B6-EDD1-70B7-E9A7E68B2F0A}"/>
                </a:ext>
              </a:extLst>
            </p:cNvPr>
            <p:cNvSpPr/>
            <p:nvPr/>
          </p:nvSpPr>
          <p:spPr>
            <a:xfrm>
              <a:off x="319294" y="2412506"/>
              <a:ext cx="1288230" cy="7933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9ED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18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9EDB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Baixo Paranapanema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535CAF8-FE56-60CB-6AC1-F98DAECB390F}"/>
                </a:ext>
              </a:extLst>
            </p:cNvPr>
            <p:cNvSpPr/>
            <p:nvPr/>
          </p:nvSpPr>
          <p:spPr>
            <a:xfrm>
              <a:off x="353601" y="2576332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+433k</a:t>
              </a:r>
              <a:endParaRPr kumimoji="0" lang="pt-BR" sz="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7C9A7CC-5AFE-B060-5717-2DAFA2DDD4F1}"/>
                </a:ext>
              </a:extLst>
            </p:cNvPr>
            <p:cNvSpPr/>
            <p:nvPr/>
          </p:nvSpPr>
          <p:spPr>
            <a:xfrm>
              <a:off x="805612" y="2576332"/>
              <a:ext cx="766942" cy="5736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89</a:t>
              </a:r>
              <a:b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ETA+ETE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Soluções: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6D6AFAD-FC87-D2D5-9593-A1B6B393A69C}"/>
                </a:ext>
              </a:extLst>
            </p:cNvPr>
            <p:cNvSpPr/>
            <p:nvPr/>
          </p:nvSpPr>
          <p:spPr>
            <a:xfrm>
              <a:off x="353601" y="2880514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+426k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14734511-F60B-4184-8D56-93A94617C0A3}"/>
                </a:ext>
              </a:extLst>
            </p:cNvPr>
            <p:cNvSpPr/>
            <p:nvPr/>
          </p:nvSpPr>
          <p:spPr>
            <a:xfrm flipH="1">
              <a:off x="4449818" y="1951506"/>
              <a:ext cx="173275" cy="510052"/>
            </a:xfrm>
            <a:custGeom>
              <a:avLst/>
              <a:gdLst>
                <a:gd name="connsiteX0" fmla="*/ 0 w 168166"/>
                <a:gd name="connsiteY0" fmla="*/ 0 h 536027"/>
                <a:gd name="connsiteX1" fmla="*/ 168166 w 168166"/>
                <a:gd name="connsiteY1" fmla="*/ 273268 h 536027"/>
                <a:gd name="connsiteX2" fmla="*/ 21021 w 168166"/>
                <a:gd name="connsiteY2" fmla="*/ 536027 h 536027"/>
                <a:gd name="connsiteX3" fmla="*/ 0 w 168166"/>
                <a:gd name="connsiteY3" fmla="*/ 0 h 536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66" h="536027">
                  <a:moveTo>
                    <a:pt x="0" y="0"/>
                  </a:moveTo>
                  <a:lnTo>
                    <a:pt x="168166" y="273268"/>
                  </a:lnTo>
                  <a:lnTo>
                    <a:pt x="21021" y="53602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EDB">
                    <a:alpha val="70000"/>
                  </a:srgbClr>
                </a:gs>
                <a:gs pos="100000">
                  <a:srgbClr val="009EDB">
                    <a:alpha val="1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84F664EC-F1FF-CD3A-057D-91ACD9E15B3C}"/>
                </a:ext>
              </a:extLst>
            </p:cNvPr>
            <p:cNvSpPr/>
            <p:nvPr/>
          </p:nvSpPr>
          <p:spPr>
            <a:xfrm>
              <a:off x="4215993" y="2115428"/>
              <a:ext cx="228623" cy="156153"/>
            </a:xfrm>
            <a:prstGeom prst="roundRect">
              <a:avLst>
                <a:gd name="adj" fmla="val 39346"/>
              </a:avLst>
            </a:prstGeom>
            <a:solidFill>
              <a:srgbClr val="009EDB"/>
            </a:solidFill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RG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B5126EE-4FB9-95DA-931C-9726729734D5}"/>
                </a:ext>
              </a:extLst>
            </p:cNvPr>
            <p:cNvSpPr/>
            <p:nvPr/>
          </p:nvSpPr>
          <p:spPr>
            <a:xfrm>
              <a:off x="4623680" y="1878658"/>
              <a:ext cx="1288230" cy="7933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9ED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18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9EDB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Pardo e Grande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C70BBFC-9E66-4293-CE1A-42BA7377F8CC}"/>
                </a:ext>
              </a:extLst>
            </p:cNvPr>
            <p:cNvSpPr/>
            <p:nvPr/>
          </p:nvSpPr>
          <p:spPr>
            <a:xfrm>
              <a:off x="4657987" y="2042484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+382k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FD5A442-30A7-85C5-B06E-6841E2BEC06F}"/>
                </a:ext>
              </a:extLst>
            </p:cNvPr>
            <p:cNvSpPr/>
            <p:nvPr/>
          </p:nvSpPr>
          <p:spPr>
            <a:xfrm>
              <a:off x="5123140" y="2042484"/>
              <a:ext cx="753799" cy="5736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81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ETA+ETE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700" b="1">
                  <a:solidFill>
                    <a:prstClr val="black"/>
                  </a:solidFill>
                  <a:latin typeface="Graphik"/>
                </a:rPr>
                <a:t>Soluções:</a:t>
              </a:r>
              <a:endParaRPr kumimoji="0" lang="pt-B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DF5B41E-A65A-001C-78E3-E1474EE0D1B3}"/>
                </a:ext>
              </a:extLst>
            </p:cNvPr>
            <p:cNvSpPr/>
            <p:nvPr/>
          </p:nvSpPr>
          <p:spPr>
            <a:xfrm>
              <a:off x="4657987" y="2346666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+374k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2423DB4-C187-EDA8-B6B1-9860F2A5CE69}"/>
                </a:ext>
              </a:extLst>
            </p:cNvPr>
            <p:cNvSpPr/>
            <p:nvPr/>
          </p:nvSpPr>
          <p:spPr>
            <a:xfrm>
              <a:off x="4297281" y="3605683"/>
              <a:ext cx="507552" cy="253776"/>
            </a:xfrm>
            <a:custGeom>
              <a:avLst/>
              <a:gdLst>
                <a:gd name="connsiteX0" fmla="*/ 0 w 533400"/>
                <a:gd name="connsiteY0" fmla="*/ 0 h 266700"/>
                <a:gd name="connsiteX1" fmla="*/ 50800 w 533400"/>
                <a:gd name="connsiteY1" fmla="*/ 266700 h 266700"/>
                <a:gd name="connsiteX2" fmla="*/ 533400 w 533400"/>
                <a:gd name="connsiteY2" fmla="*/ 0 h 266700"/>
                <a:gd name="connsiteX3" fmla="*/ 0 w 533400"/>
                <a:gd name="connsiteY3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3400" h="266700">
                  <a:moveTo>
                    <a:pt x="0" y="0"/>
                  </a:moveTo>
                  <a:lnTo>
                    <a:pt x="50800" y="266700"/>
                  </a:lnTo>
                  <a:lnTo>
                    <a:pt x="5334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EDB">
                    <a:alpha val="70000"/>
                  </a:srgbClr>
                </a:gs>
                <a:gs pos="100000">
                  <a:srgbClr val="009EDB">
                    <a:alpha val="1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39B7BD42-C64E-EE07-3E54-F2951C4FF9EE}"/>
                </a:ext>
              </a:extLst>
            </p:cNvPr>
            <p:cNvSpPr/>
            <p:nvPr/>
          </p:nvSpPr>
          <p:spPr>
            <a:xfrm>
              <a:off x="4226575" y="3828389"/>
              <a:ext cx="228623" cy="156153"/>
            </a:xfrm>
            <a:prstGeom prst="roundRect">
              <a:avLst>
                <a:gd name="adj" fmla="val 39346"/>
              </a:avLst>
            </a:prstGeom>
            <a:solidFill>
              <a:srgbClr val="009EDB"/>
            </a:solidFill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RJ</a:t>
              </a:r>
            </a:p>
          </p:txBody>
        </p:sp>
        <p:pic>
          <p:nvPicPr>
            <p:cNvPr id="101" name="Graphic 100" descr="Marker with solid fill">
              <a:extLst>
                <a:ext uri="{FF2B5EF4-FFF2-40B4-BE49-F238E27FC236}">
                  <a16:creationId xmlns:a16="http://schemas.microsoft.com/office/drawing/2014/main" id="{675C5718-F3C3-1723-79FB-4B0218708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16342" y="3662901"/>
              <a:ext cx="256086" cy="2560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1466015-36D3-6DFC-5DB3-C52B98182481}"/>
                </a:ext>
              </a:extLst>
            </p:cNvPr>
            <p:cNvSpPr/>
            <p:nvPr/>
          </p:nvSpPr>
          <p:spPr>
            <a:xfrm>
              <a:off x="3857945" y="2807996"/>
              <a:ext cx="1288230" cy="7933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9ED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18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9EDB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Capivari/Jundiaí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082A893-4C85-4348-B3C3-9B4DD7247DA4}"/>
                </a:ext>
              </a:extLst>
            </p:cNvPr>
            <p:cNvSpPr/>
            <p:nvPr/>
          </p:nvSpPr>
          <p:spPr>
            <a:xfrm>
              <a:off x="3892252" y="2971822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 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+368k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CB6DF90-BAFA-29CB-ACA4-3ABA58C86109}"/>
                </a:ext>
              </a:extLst>
            </p:cNvPr>
            <p:cNvSpPr/>
            <p:nvPr/>
          </p:nvSpPr>
          <p:spPr>
            <a:xfrm>
              <a:off x="4358559" y="2971822"/>
              <a:ext cx="752645" cy="5736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34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ETA+ETE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700" b="1">
                  <a:solidFill>
                    <a:prstClr val="black"/>
                  </a:solidFill>
                  <a:latin typeface="Graphik"/>
                </a:rPr>
                <a:t>Soluções:</a:t>
              </a:r>
              <a:endParaRPr kumimoji="0" lang="pt-B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9D2C496-0CD1-FDBD-8E0F-4D1A70D84B44}"/>
                </a:ext>
              </a:extLst>
            </p:cNvPr>
            <p:cNvSpPr/>
            <p:nvPr/>
          </p:nvSpPr>
          <p:spPr>
            <a:xfrm>
              <a:off x="3892252" y="3276004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+337k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CFEAF95B-7C1D-E8DE-D0D6-7FF05321A38E}"/>
                </a:ext>
              </a:extLst>
            </p:cNvPr>
            <p:cNvSpPr/>
            <p:nvPr/>
          </p:nvSpPr>
          <p:spPr>
            <a:xfrm flipH="1" flipV="1">
              <a:off x="5650716" y="4573062"/>
              <a:ext cx="773413" cy="248580"/>
            </a:xfrm>
            <a:custGeom>
              <a:avLst/>
              <a:gdLst>
                <a:gd name="connsiteX0" fmla="*/ 774700 w 812800"/>
                <a:gd name="connsiteY0" fmla="*/ 215900 h 215900"/>
                <a:gd name="connsiteX1" fmla="*/ 0 w 812800"/>
                <a:gd name="connsiteY1" fmla="*/ 0 h 215900"/>
                <a:gd name="connsiteX2" fmla="*/ 812800 w 812800"/>
                <a:gd name="connsiteY2" fmla="*/ 0 h 215900"/>
                <a:gd name="connsiteX3" fmla="*/ 774700 w 812800"/>
                <a:gd name="connsiteY3" fmla="*/ 21590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2800" h="215900">
                  <a:moveTo>
                    <a:pt x="774700" y="215900"/>
                  </a:moveTo>
                  <a:lnTo>
                    <a:pt x="0" y="0"/>
                  </a:lnTo>
                  <a:lnTo>
                    <a:pt x="812800" y="0"/>
                  </a:lnTo>
                  <a:lnTo>
                    <a:pt x="774700" y="2159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EDB">
                    <a:alpha val="70000"/>
                  </a:srgbClr>
                </a:gs>
                <a:gs pos="100000">
                  <a:srgbClr val="009EDB">
                    <a:alpha val="1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F30C4E9E-9BE7-50FE-D741-0B0905D18A51}"/>
                </a:ext>
              </a:extLst>
            </p:cNvPr>
            <p:cNvSpPr/>
            <p:nvPr/>
          </p:nvSpPr>
          <p:spPr>
            <a:xfrm>
              <a:off x="5575958" y="4435043"/>
              <a:ext cx="228623" cy="156153"/>
            </a:xfrm>
            <a:prstGeom prst="roundRect">
              <a:avLst>
                <a:gd name="adj" fmla="val 39346"/>
              </a:avLst>
            </a:prstGeom>
            <a:solidFill>
              <a:srgbClr val="009EDB"/>
            </a:solidFill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RN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B232E55-FF4B-0A8A-2EBF-B6FBF560ADDD}"/>
                </a:ext>
              </a:extLst>
            </p:cNvPr>
            <p:cNvSpPr/>
            <p:nvPr/>
          </p:nvSpPr>
          <p:spPr>
            <a:xfrm>
              <a:off x="5618360" y="4799698"/>
              <a:ext cx="1288230" cy="7933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9ED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18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9EDB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Litoral Norte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776331D-EEAE-6782-50DE-C6E59AB4A6B1}"/>
                </a:ext>
              </a:extLst>
            </p:cNvPr>
            <p:cNvSpPr/>
            <p:nvPr/>
          </p:nvSpPr>
          <p:spPr>
            <a:xfrm>
              <a:off x="5652667" y="4963524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+192k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133CDBD-42EE-29F0-6AE1-FB5F5D045A96}"/>
                </a:ext>
              </a:extLst>
            </p:cNvPr>
            <p:cNvSpPr/>
            <p:nvPr/>
          </p:nvSpPr>
          <p:spPr>
            <a:xfrm>
              <a:off x="6118974" y="4963524"/>
              <a:ext cx="752645" cy="5736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34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ETA+ETE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700" b="1">
                  <a:solidFill>
                    <a:prstClr val="black"/>
                  </a:solidFill>
                  <a:latin typeface="Graphik"/>
                </a:rPr>
                <a:t>Soluções:</a:t>
              </a:r>
              <a:endParaRPr kumimoji="0" lang="pt-B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417D38A-3771-F628-AF17-592F9006B49A}"/>
                </a:ext>
              </a:extLst>
            </p:cNvPr>
            <p:cNvSpPr/>
            <p:nvPr/>
          </p:nvSpPr>
          <p:spPr>
            <a:xfrm>
              <a:off x="5646122" y="5267706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+139k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2D213EC-C840-F741-BDEF-EB2465B0002F}"/>
                </a:ext>
              </a:extLst>
            </p:cNvPr>
            <p:cNvSpPr/>
            <p:nvPr/>
          </p:nvSpPr>
          <p:spPr>
            <a:xfrm>
              <a:off x="3487614" y="3363991"/>
              <a:ext cx="253776" cy="604229"/>
            </a:xfrm>
            <a:custGeom>
              <a:avLst/>
              <a:gdLst>
                <a:gd name="connsiteX0" fmla="*/ 266700 w 266700"/>
                <a:gd name="connsiteY0" fmla="*/ 635000 h 635000"/>
                <a:gd name="connsiteX1" fmla="*/ 0 w 266700"/>
                <a:gd name="connsiteY1" fmla="*/ 0 h 635000"/>
                <a:gd name="connsiteX2" fmla="*/ 0 w 266700"/>
                <a:gd name="connsiteY2" fmla="*/ 520700 h 635000"/>
                <a:gd name="connsiteX3" fmla="*/ 266700 w 266700"/>
                <a:gd name="connsiteY3" fmla="*/ 635000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635000">
                  <a:moveTo>
                    <a:pt x="266700" y="635000"/>
                  </a:moveTo>
                  <a:lnTo>
                    <a:pt x="0" y="0"/>
                  </a:lnTo>
                  <a:lnTo>
                    <a:pt x="0" y="520700"/>
                  </a:lnTo>
                  <a:lnTo>
                    <a:pt x="266700" y="635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EDB">
                    <a:alpha val="70000"/>
                  </a:srgbClr>
                </a:gs>
                <a:gs pos="100000">
                  <a:srgbClr val="009EDB">
                    <a:alpha val="1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1ACE33F0-71FD-0964-44AD-13B877B72738}"/>
                </a:ext>
              </a:extLst>
            </p:cNvPr>
            <p:cNvSpPr/>
            <p:nvPr/>
          </p:nvSpPr>
          <p:spPr>
            <a:xfrm>
              <a:off x="3605704" y="3949510"/>
              <a:ext cx="228623" cy="156153"/>
            </a:xfrm>
            <a:prstGeom prst="roundRect">
              <a:avLst>
                <a:gd name="adj" fmla="val 39346"/>
              </a:avLst>
            </a:prstGeom>
            <a:solidFill>
              <a:srgbClr val="009EDB"/>
            </a:solidFill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RM</a:t>
              </a:r>
            </a:p>
          </p:txBody>
        </p:sp>
        <p:pic>
          <p:nvPicPr>
            <p:cNvPr id="114" name="Graphic 113" descr="Marker with solid fill">
              <a:extLst>
                <a:ext uri="{FF2B5EF4-FFF2-40B4-BE49-F238E27FC236}">
                  <a16:creationId xmlns:a16="http://schemas.microsoft.com/office/drawing/2014/main" id="{20140528-86C9-DE2B-821E-B8F3578E7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93495" y="3784401"/>
              <a:ext cx="256086" cy="2560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FA0B107-7E1E-4569-BA1C-EF163F580A2F}"/>
                </a:ext>
              </a:extLst>
            </p:cNvPr>
            <p:cNvSpPr/>
            <p:nvPr/>
          </p:nvSpPr>
          <p:spPr>
            <a:xfrm>
              <a:off x="2245580" y="3205089"/>
              <a:ext cx="1288230" cy="7933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9ED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18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9EDB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Médio Tietê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568DCE2-B2E2-EA5F-0B3E-FF4C81554108}"/>
                </a:ext>
              </a:extLst>
            </p:cNvPr>
            <p:cNvSpPr/>
            <p:nvPr/>
          </p:nvSpPr>
          <p:spPr>
            <a:xfrm>
              <a:off x="2279887" y="3369197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+418k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B421C593-2E68-353A-B6E5-EE921C4B0C4A}"/>
                </a:ext>
              </a:extLst>
            </p:cNvPr>
            <p:cNvSpPr/>
            <p:nvPr/>
          </p:nvSpPr>
          <p:spPr>
            <a:xfrm>
              <a:off x="2741494" y="3368915"/>
              <a:ext cx="757345" cy="5736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92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ETA+ETE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700" b="1">
                  <a:solidFill>
                    <a:prstClr val="black"/>
                  </a:solidFill>
                  <a:latin typeface="Graphik"/>
                </a:rPr>
                <a:t>Soluções:</a:t>
              </a:r>
              <a:endParaRPr kumimoji="0" lang="pt-B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F9567F3-8FDD-F682-CF1B-38D25A2E1638}"/>
                </a:ext>
              </a:extLst>
            </p:cNvPr>
            <p:cNvSpPr/>
            <p:nvPr/>
          </p:nvSpPr>
          <p:spPr>
            <a:xfrm>
              <a:off x="2279887" y="3673097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+349k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CDE97F26-B81F-2FA0-8BA0-FA03AEE33EBE}"/>
                </a:ext>
              </a:extLst>
            </p:cNvPr>
            <p:cNvSpPr/>
            <p:nvPr/>
          </p:nvSpPr>
          <p:spPr>
            <a:xfrm flipV="1">
              <a:off x="4378201" y="4785368"/>
              <a:ext cx="773413" cy="248580"/>
            </a:xfrm>
            <a:custGeom>
              <a:avLst/>
              <a:gdLst>
                <a:gd name="connsiteX0" fmla="*/ 774700 w 812800"/>
                <a:gd name="connsiteY0" fmla="*/ 215900 h 215900"/>
                <a:gd name="connsiteX1" fmla="*/ 0 w 812800"/>
                <a:gd name="connsiteY1" fmla="*/ 0 h 215900"/>
                <a:gd name="connsiteX2" fmla="*/ 812800 w 812800"/>
                <a:gd name="connsiteY2" fmla="*/ 0 h 215900"/>
                <a:gd name="connsiteX3" fmla="*/ 774700 w 812800"/>
                <a:gd name="connsiteY3" fmla="*/ 21590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2800" h="215900">
                  <a:moveTo>
                    <a:pt x="774700" y="215900"/>
                  </a:moveTo>
                  <a:lnTo>
                    <a:pt x="0" y="0"/>
                  </a:lnTo>
                  <a:lnTo>
                    <a:pt x="812800" y="0"/>
                  </a:lnTo>
                  <a:lnTo>
                    <a:pt x="774700" y="2159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EDB">
                    <a:alpha val="70000"/>
                  </a:srgbClr>
                </a:gs>
                <a:gs pos="100000">
                  <a:srgbClr val="009EDB">
                    <a:alpha val="1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A9C12CD4-922E-ACA2-ABEF-7B5D78D1CC79}"/>
                </a:ext>
              </a:extLst>
            </p:cNvPr>
            <p:cNvSpPr/>
            <p:nvPr/>
          </p:nvSpPr>
          <p:spPr>
            <a:xfrm>
              <a:off x="4922991" y="4650476"/>
              <a:ext cx="228623" cy="156153"/>
            </a:xfrm>
            <a:prstGeom prst="roundRect">
              <a:avLst>
                <a:gd name="adj" fmla="val 39346"/>
              </a:avLst>
            </a:prstGeom>
            <a:solidFill>
              <a:srgbClr val="009EDB"/>
            </a:solidFill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BC9D233-AE45-E114-D713-92890E2C570E}"/>
                </a:ext>
              </a:extLst>
            </p:cNvPr>
            <p:cNvSpPr/>
            <p:nvPr/>
          </p:nvSpPr>
          <p:spPr>
            <a:xfrm>
              <a:off x="4193779" y="5042725"/>
              <a:ext cx="1288230" cy="7933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9ED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18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9EDB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Baixada Santista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F4A60AA-7966-2924-34C1-452FCBB39D4B}"/>
                </a:ext>
              </a:extLst>
            </p:cNvPr>
            <p:cNvSpPr/>
            <p:nvPr/>
          </p:nvSpPr>
          <p:spPr>
            <a:xfrm>
              <a:off x="4228086" y="5206551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+1Mi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471AA554-219F-0F75-CB41-AEE89B8ACC60}"/>
                </a:ext>
              </a:extLst>
            </p:cNvPr>
            <p:cNvSpPr/>
            <p:nvPr/>
          </p:nvSpPr>
          <p:spPr>
            <a:xfrm>
              <a:off x="4694393" y="5206551"/>
              <a:ext cx="752645" cy="5736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29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ETA+ETE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700" b="1">
                  <a:solidFill>
                    <a:prstClr val="black"/>
                  </a:solidFill>
                  <a:latin typeface="Graphik"/>
                </a:rPr>
                <a:t>Soluções:</a:t>
              </a:r>
              <a:endParaRPr kumimoji="0" lang="pt-B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46FEF01-E583-A484-C6AF-89AAB1EB20DA}"/>
                </a:ext>
              </a:extLst>
            </p:cNvPr>
            <p:cNvSpPr/>
            <p:nvPr/>
          </p:nvSpPr>
          <p:spPr>
            <a:xfrm>
              <a:off x="4221541" y="5510733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+866k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02166C2C-F3CB-0EA8-DDA2-C1D1D7C884C2}"/>
                </a:ext>
              </a:extLst>
            </p:cNvPr>
            <p:cNvSpPr/>
            <p:nvPr/>
          </p:nvSpPr>
          <p:spPr>
            <a:xfrm flipV="1">
              <a:off x="3588718" y="5364848"/>
              <a:ext cx="253776" cy="447495"/>
            </a:xfrm>
            <a:custGeom>
              <a:avLst/>
              <a:gdLst>
                <a:gd name="connsiteX0" fmla="*/ 266700 w 266700"/>
                <a:gd name="connsiteY0" fmla="*/ 635000 h 635000"/>
                <a:gd name="connsiteX1" fmla="*/ 0 w 266700"/>
                <a:gd name="connsiteY1" fmla="*/ 0 h 635000"/>
                <a:gd name="connsiteX2" fmla="*/ 0 w 266700"/>
                <a:gd name="connsiteY2" fmla="*/ 520700 h 635000"/>
                <a:gd name="connsiteX3" fmla="*/ 266700 w 266700"/>
                <a:gd name="connsiteY3" fmla="*/ 635000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635000">
                  <a:moveTo>
                    <a:pt x="266700" y="635000"/>
                  </a:moveTo>
                  <a:lnTo>
                    <a:pt x="0" y="0"/>
                  </a:lnTo>
                  <a:lnTo>
                    <a:pt x="0" y="520700"/>
                  </a:lnTo>
                  <a:lnTo>
                    <a:pt x="266700" y="635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EDB">
                    <a:alpha val="70000"/>
                  </a:srgbClr>
                </a:gs>
                <a:gs pos="100000">
                  <a:srgbClr val="009EDB">
                    <a:alpha val="1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6E017362-9645-E305-E16D-7EA5686DF8AE}"/>
                </a:ext>
              </a:extLst>
            </p:cNvPr>
            <p:cNvSpPr/>
            <p:nvPr/>
          </p:nvSpPr>
          <p:spPr>
            <a:xfrm>
              <a:off x="3798366" y="5305320"/>
              <a:ext cx="228623" cy="156153"/>
            </a:xfrm>
            <a:prstGeom prst="roundRect">
              <a:avLst>
                <a:gd name="adj" fmla="val 39346"/>
              </a:avLst>
            </a:prstGeom>
            <a:solidFill>
              <a:srgbClr val="009EDB"/>
            </a:solidFill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RR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D30A0198-DAFF-60F8-216C-F67635A4F19A}"/>
                </a:ext>
              </a:extLst>
            </p:cNvPr>
            <p:cNvSpPr/>
            <p:nvPr/>
          </p:nvSpPr>
          <p:spPr>
            <a:xfrm>
              <a:off x="2348091" y="5125690"/>
              <a:ext cx="1288230" cy="7933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9ED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18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9EDB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Vale do Ribeira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8D55CA7-95A0-15C5-7F46-E38B8B725FAC}"/>
                </a:ext>
              </a:extLst>
            </p:cNvPr>
            <p:cNvSpPr/>
            <p:nvPr/>
          </p:nvSpPr>
          <p:spPr>
            <a:xfrm>
              <a:off x="2382398" y="5288627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+135k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458AA26-0BCD-490D-B240-E864A6DB492E}"/>
                </a:ext>
              </a:extLst>
            </p:cNvPr>
            <p:cNvSpPr/>
            <p:nvPr/>
          </p:nvSpPr>
          <p:spPr>
            <a:xfrm>
              <a:off x="2848705" y="5288627"/>
              <a:ext cx="752645" cy="5736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84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ETA+ETE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700" b="1">
                  <a:solidFill>
                    <a:prstClr val="black"/>
                  </a:solidFill>
                  <a:latin typeface="Graphik"/>
                </a:rPr>
                <a:t>Soluções:</a:t>
              </a:r>
              <a:endParaRPr kumimoji="0" lang="pt-B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22DDE8-72BA-9932-FAB4-D6355AB8B8AE}"/>
                </a:ext>
              </a:extLst>
            </p:cNvPr>
            <p:cNvSpPr/>
            <p:nvPr/>
          </p:nvSpPr>
          <p:spPr>
            <a:xfrm>
              <a:off x="2382398" y="5588266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+104k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77B766E-C4A7-835B-1249-10737B413485}"/>
                </a:ext>
              </a:extLst>
            </p:cNvPr>
            <p:cNvSpPr/>
            <p:nvPr/>
          </p:nvSpPr>
          <p:spPr>
            <a:xfrm>
              <a:off x="2629609" y="2783932"/>
              <a:ext cx="592144" cy="193353"/>
            </a:xfrm>
            <a:custGeom>
              <a:avLst/>
              <a:gdLst>
                <a:gd name="connsiteX0" fmla="*/ 342900 w 622300"/>
                <a:gd name="connsiteY0" fmla="*/ 203200 h 203200"/>
                <a:gd name="connsiteX1" fmla="*/ 0 w 622300"/>
                <a:gd name="connsiteY1" fmla="*/ 0 h 203200"/>
                <a:gd name="connsiteX2" fmla="*/ 622300 w 622300"/>
                <a:gd name="connsiteY2" fmla="*/ 0 h 203200"/>
                <a:gd name="connsiteX3" fmla="*/ 342900 w 622300"/>
                <a:gd name="connsiteY3" fmla="*/ 20320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300" h="203200">
                  <a:moveTo>
                    <a:pt x="342900" y="203200"/>
                  </a:moveTo>
                  <a:lnTo>
                    <a:pt x="0" y="0"/>
                  </a:lnTo>
                  <a:lnTo>
                    <a:pt x="622300" y="0"/>
                  </a:lnTo>
                  <a:lnTo>
                    <a:pt x="342900" y="203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EDB">
                    <a:alpha val="70000"/>
                  </a:srgbClr>
                </a:gs>
                <a:gs pos="100000">
                  <a:srgbClr val="009EDB">
                    <a:alpha val="1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F9391895-BF23-5AF2-CD99-83565534DFF6}"/>
                </a:ext>
              </a:extLst>
            </p:cNvPr>
            <p:cNvSpPr/>
            <p:nvPr/>
          </p:nvSpPr>
          <p:spPr>
            <a:xfrm>
              <a:off x="2809036" y="2942581"/>
              <a:ext cx="228623" cy="156153"/>
            </a:xfrm>
            <a:prstGeom prst="roundRect">
              <a:avLst>
                <a:gd name="adj" fmla="val 39346"/>
              </a:avLst>
            </a:prstGeom>
            <a:solidFill>
              <a:srgbClr val="009EDB"/>
            </a:solidFill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7B24ED1-6CBB-F466-8DB2-A8C0671973FE}"/>
                </a:ext>
              </a:extLst>
            </p:cNvPr>
            <p:cNvSpPr/>
            <p:nvPr/>
          </p:nvSpPr>
          <p:spPr>
            <a:xfrm>
              <a:off x="2198684" y="1970549"/>
              <a:ext cx="1288230" cy="7933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9ED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18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9EDB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Baixo Tietê e Grande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EF56566-E83E-A731-E4B5-DAE3793CFEE0}"/>
                </a:ext>
              </a:extLst>
            </p:cNvPr>
            <p:cNvSpPr/>
            <p:nvPr/>
          </p:nvSpPr>
          <p:spPr>
            <a:xfrm>
              <a:off x="2232991" y="2134375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+322k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0E8F4455-A893-5D9F-CEDF-43133F6CC520}"/>
                </a:ext>
              </a:extLst>
            </p:cNvPr>
            <p:cNvSpPr/>
            <p:nvPr/>
          </p:nvSpPr>
          <p:spPr>
            <a:xfrm>
              <a:off x="2695628" y="2134375"/>
              <a:ext cx="756316" cy="5736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130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ETA+ETE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700" b="1">
                  <a:solidFill>
                    <a:prstClr val="black"/>
                  </a:solidFill>
                  <a:latin typeface="Graphik"/>
                </a:rPr>
                <a:t>Soluções:</a:t>
              </a:r>
              <a:endParaRPr kumimoji="0" lang="pt-B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F431E1AE-EAA5-BF69-7534-1A9A1419C8D7}"/>
                </a:ext>
              </a:extLst>
            </p:cNvPr>
            <p:cNvSpPr/>
            <p:nvPr/>
          </p:nvSpPr>
          <p:spPr>
            <a:xfrm>
              <a:off x="2232991" y="2438557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+317k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F9F5984A-3092-3297-8E90-DCB1F44BF493}"/>
                </a:ext>
              </a:extLst>
            </p:cNvPr>
            <p:cNvSpPr/>
            <p:nvPr/>
          </p:nvSpPr>
          <p:spPr>
            <a:xfrm>
              <a:off x="5251962" y="4004474"/>
              <a:ext cx="1015104" cy="253776"/>
            </a:xfrm>
            <a:custGeom>
              <a:avLst/>
              <a:gdLst>
                <a:gd name="connsiteX0" fmla="*/ 215900 w 1066800"/>
                <a:gd name="connsiteY0" fmla="*/ 0 h 266700"/>
                <a:gd name="connsiteX1" fmla="*/ 1066800 w 1066800"/>
                <a:gd name="connsiteY1" fmla="*/ 0 h 266700"/>
                <a:gd name="connsiteX2" fmla="*/ 0 w 1066800"/>
                <a:gd name="connsiteY2" fmla="*/ 266700 h 266700"/>
                <a:gd name="connsiteX3" fmla="*/ 215900 w 1066800"/>
                <a:gd name="connsiteY3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6800" h="266700">
                  <a:moveTo>
                    <a:pt x="215900" y="0"/>
                  </a:moveTo>
                  <a:lnTo>
                    <a:pt x="1066800" y="0"/>
                  </a:lnTo>
                  <a:lnTo>
                    <a:pt x="0" y="266700"/>
                  </a:lnTo>
                  <a:lnTo>
                    <a:pt x="2159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EDB">
                    <a:alpha val="70000"/>
                  </a:srgbClr>
                </a:gs>
                <a:gs pos="100000">
                  <a:srgbClr val="009EDB">
                    <a:alpha val="1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89AE0A79-D240-72CE-6BF8-556A5BA067CB}"/>
                </a:ext>
              </a:extLst>
            </p:cNvPr>
            <p:cNvSpPr/>
            <p:nvPr/>
          </p:nvSpPr>
          <p:spPr>
            <a:xfrm>
              <a:off x="5087511" y="4159833"/>
              <a:ext cx="228623" cy="156153"/>
            </a:xfrm>
            <a:prstGeom prst="roundRect">
              <a:avLst>
                <a:gd name="adj" fmla="val 39346"/>
              </a:avLst>
            </a:prstGeom>
            <a:solidFill>
              <a:srgbClr val="009EDB"/>
            </a:solidFill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RV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7BB54C2-8B50-4C5C-46B0-FF086C587F6E}"/>
                </a:ext>
              </a:extLst>
            </p:cNvPr>
            <p:cNvSpPr/>
            <p:nvPr/>
          </p:nvSpPr>
          <p:spPr>
            <a:xfrm>
              <a:off x="5313955" y="3226333"/>
              <a:ext cx="1288230" cy="7933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9ED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18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9EDB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Vale do Paraíba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83C0495-0302-DED6-2346-8FFFFCDE6508}"/>
                </a:ext>
              </a:extLst>
            </p:cNvPr>
            <p:cNvSpPr/>
            <p:nvPr/>
          </p:nvSpPr>
          <p:spPr>
            <a:xfrm>
              <a:off x="5348262" y="3390159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+696k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0A7CF0C-AC92-C6CD-85E5-FE138CE74FE1}"/>
                </a:ext>
              </a:extLst>
            </p:cNvPr>
            <p:cNvSpPr/>
            <p:nvPr/>
          </p:nvSpPr>
          <p:spPr>
            <a:xfrm>
              <a:off x="5814570" y="3401318"/>
              <a:ext cx="738326" cy="5736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74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ETA+ETE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700" b="1">
                  <a:solidFill>
                    <a:prstClr val="black"/>
                  </a:solidFill>
                  <a:latin typeface="Graphik"/>
                </a:rPr>
                <a:t>Soluções:</a:t>
              </a:r>
              <a:endParaRPr kumimoji="0" lang="pt-B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C2788ACB-AF53-C5BC-6824-CAD7FEC223AB}"/>
                </a:ext>
              </a:extLst>
            </p:cNvPr>
            <p:cNvSpPr/>
            <p:nvPr/>
          </p:nvSpPr>
          <p:spPr>
            <a:xfrm>
              <a:off x="5341717" y="3694341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9E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10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+652k</a:t>
              </a:r>
              <a:endParaRPr kumimoji="0" lang="pt-B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8557F46-7C0C-9E67-7500-8AA1C01BD7F4}"/>
                </a:ext>
              </a:extLst>
            </p:cNvPr>
            <p:cNvSpPr/>
            <p:nvPr/>
          </p:nvSpPr>
          <p:spPr>
            <a:xfrm>
              <a:off x="275372" y="3671941"/>
              <a:ext cx="1879090" cy="2247067"/>
            </a:xfrm>
            <a:prstGeom prst="rect">
              <a:avLst/>
            </a:prstGeom>
            <a:solidFill>
              <a:srgbClr val="F2F2F2"/>
            </a:solidFill>
            <a:ln w="19050">
              <a:solidFill>
                <a:srgbClr val="39B54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39B54A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METROPOLITANA</a:t>
              </a:r>
            </a:p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800" b="1" i="0" u="none" strike="noStrike" kern="1200" cap="none" spc="0" normalizeH="0" baseline="0" noProof="0">
                <a:ln>
                  <a:noFill/>
                </a:ln>
                <a:solidFill>
                  <a:srgbClr val="39B54A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B436AA0-D369-53A6-2CC1-783BC0E6A3C7}"/>
                </a:ext>
              </a:extLst>
            </p:cNvPr>
            <p:cNvSpPr/>
            <p:nvPr/>
          </p:nvSpPr>
          <p:spPr>
            <a:xfrm>
              <a:off x="300304" y="3996972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39B54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+1.9Mi</a:t>
              </a:r>
              <a:endParaRPr kumimoji="0" lang="pt-BR" sz="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9D77664-5B08-5EFA-BBAB-3836CB7972B4}"/>
                </a:ext>
              </a:extLst>
            </p:cNvPr>
            <p:cNvSpPr/>
            <p:nvPr/>
          </p:nvSpPr>
          <p:spPr>
            <a:xfrm>
              <a:off x="300304" y="4291986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39B54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+1.7Mi</a:t>
              </a:r>
              <a:endParaRPr kumimoji="0" lang="pt-BR" sz="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2C5AD25-1D11-8146-D593-9FDCE14CF496}"/>
                </a:ext>
              </a:extLst>
            </p:cNvPr>
            <p:cNvSpPr/>
            <p:nvPr/>
          </p:nvSpPr>
          <p:spPr>
            <a:xfrm>
              <a:off x="300304" y="4754476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39B54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+1.8Mi</a:t>
              </a:r>
              <a:endParaRPr kumimoji="0" lang="pt-BR" sz="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9B1F1776-E6B9-60E3-71F1-72DD22B47770}"/>
                </a:ext>
              </a:extLst>
            </p:cNvPr>
            <p:cNvSpPr/>
            <p:nvPr/>
          </p:nvSpPr>
          <p:spPr>
            <a:xfrm>
              <a:off x="300304" y="5049489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39B54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+1.6Mi</a:t>
              </a:r>
              <a:endParaRPr kumimoji="0" lang="pt-BR" sz="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24D0DBF-BF7C-69DB-5058-C984350137DA}"/>
                </a:ext>
              </a:extLst>
            </p:cNvPr>
            <p:cNvSpPr/>
            <p:nvPr/>
          </p:nvSpPr>
          <p:spPr>
            <a:xfrm>
              <a:off x="1529392" y="3996972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39B54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+2.2Mi</a:t>
              </a:r>
              <a:endParaRPr kumimoji="0" lang="pt-BR" sz="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4B2E5F5-5A29-EA17-B4AC-80FE4C36B094}"/>
                </a:ext>
              </a:extLst>
            </p:cNvPr>
            <p:cNvSpPr/>
            <p:nvPr/>
          </p:nvSpPr>
          <p:spPr>
            <a:xfrm>
              <a:off x="1529392" y="4291986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39B54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+2.1Mi</a:t>
              </a:r>
              <a:endParaRPr kumimoji="0" lang="pt-BR" sz="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6F9D8D-3C72-05AA-65A0-24D7CB0909F3}"/>
                </a:ext>
              </a:extLst>
            </p:cNvPr>
            <p:cNvSpPr/>
            <p:nvPr/>
          </p:nvSpPr>
          <p:spPr>
            <a:xfrm>
              <a:off x="919293" y="3996972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39B54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+1.5Mi</a:t>
              </a:r>
              <a:endParaRPr kumimoji="0" lang="pt-BR" sz="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72F2FC9B-90F1-A837-EFF9-3775F3951061}"/>
                </a:ext>
              </a:extLst>
            </p:cNvPr>
            <p:cNvSpPr/>
            <p:nvPr/>
          </p:nvSpPr>
          <p:spPr>
            <a:xfrm>
              <a:off x="919293" y="4291986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39B54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+1.3Mi</a:t>
              </a:r>
              <a:endParaRPr kumimoji="0" lang="pt-BR" sz="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D32F83F-6A67-0E57-8E2F-EDDA0F4E24B2}"/>
                </a:ext>
              </a:extLst>
            </p:cNvPr>
            <p:cNvSpPr/>
            <p:nvPr/>
          </p:nvSpPr>
          <p:spPr>
            <a:xfrm>
              <a:off x="919293" y="4754476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39B54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Água</a:t>
              </a:r>
              <a:br>
                <a:rPr kumimoji="0" lang="pt-BR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+1.6Mi</a:t>
              </a:r>
              <a:endParaRPr kumimoji="0" lang="pt-BR" sz="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943C714-F218-F7DE-00FF-0757F490723A}"/>
                </a:ext>
              </a:extLst>
            </p:cNvPr>
            <p:cNvSpPr/>
            <p:nvPr/>
          </p:nvSpPr>
          <p:spPr>
            <a:xfrm>
              <a:off x="919293" y="5049489"/>
              <a:ext cx="432000" cy="274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39B54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Esgoto</a:t>
              </a:r>
              <a:br>
                <a:rPr kumimoji="0" lang="pt-BR" sz="7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</a:b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+1.3Mi</a:t>
              </a:r>
              <a:endParaRPr kumimoji="0" lang="pt-BR" sz="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D64AB708-6965-8FFC-4F58-4DD42375516C}"/>
                </a:ext>
              </a:extLst>
            </p:cNvPr>
            <p:cNvSpPr txBox="1"/>
            <p:nvPr/>
          </p:nvSpPr>
          <p:spPr>
            <a:xfrm>
              <a:off x="240315" y="3863633"/>
              <a:ext cx="674783" cy="11714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39B54A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MN </a:t>
              </a:r>
              <a:r>
                <a:rPr kumimoji="0" lang="pt-BR" sz="800" b="0" i="0" u="none" strike="noStrike" kern="1200" cap="none" spc="0" normalizeH="0" baseline="0" noProof="0">
                  <a:ln>
                    <a:noFill/>
                  </a:ln>
                  <a:solidFill>
                    <a:srgbClr val="39B54A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- Norte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F20395E-E82D-DA7A-9414-5F5ECD550C6A}"/>
                </a:ext>
              </a:extLst>
            </p:cNvPr>
            <p:cNvSpPr txBox="1"/>
            <p:nvPr/>
          </p:nvSpPr>
          <p:spPr>
            <a:xfrm>
              <a:off x="240315" y="4615422"/>
              <a:ext cx="674783" cy="11714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39B54A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MS</a:t>
              </a:r>
              <a:r>
                <a:rPr kumimoji="0" lang="pt-BR" sz="800" b="0" i="0" u="none" strike="noStrike" kern="1200" cap="none" spc="0" normalizeH="0" baseline="0" noProof="0">
                  <a:ln>
                    <a:noFill/>
                  </a:ln>
                  <a:solidFill>
                    <a:srgbClr val="39B54A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 - Sul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C61E5E6-B82F-DC34-A731-0D75AE0FF7DA}"/>
                </a:ext>
              </a:extLst>
            </p:cNvPr>
            <p:cNvSpPr txBox="1"/>
            <p:nvPr/>
          </p:nvSpPr>
          <p:spPr>
            <a:xfrm>
              <a:off x="1470123" y="3863633"/>
              <a:ext cx="674783" cy="11714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39B54A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MC</a:t>
              </a:r>
              <a:r>
                <a:rPr kumimoji="0" lang="pt-BR" sz="800" b="0" i="0" u="none" strike="noStrike" kern="1200" cap="none" spc="0" normalizeH="0" baseline="0" noProof="0">
                  <a:ln>
                    <a:noFill/>
                  </a:ln>
                  <a:solidFill>
                    <a:srgbClr val="39B54A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 - Centro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80E9ACA-8C6F-0789-39FC-2C0CDAB2796E}"/>
                </a:ext>
              </a:extLst>
            </p:cNvPr>
            <p:cNvSpPr txBox="1"/>
            <p:nvPr/>
          </p:nvSpPr>
          <p:spPr>
            <a:xfrm>
              <a:off x="854305" y="3863633"/>
              <a:ext cx="674783" cy="11714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39B54A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ML </a:t>
              </a:r>
              <a:r>
                <a:rPr kumimoji="0" lang="pt-BR" sz="800" b="0" i="0" u="none" strike="noStrike" kern="1200" cap="none" spc="0" normalizeH="0" baseline="0" noProof="0">
                  <a:ln>
                    <a:noFill/>
                  </a:ln>
                  <a:solidFill>
                    <a:srgbClr val="39B54A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- Leste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2FA7200-A624-F01B-5B14-7561CF7B2E60}"/>
                </a:ext>
              </a:extLst>
            </p:cNvPr>
            <p:cNvSpPr txBox="1"/>
            <p:nvPr/>
          </p:nvSpPr>
          <p:spPr>
            <a:xfrm>
              <a:off x="854305" y="4615422"/>
              <a:ext cx="674783" cy="11714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39B54A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MO</a:t>
              </a:r>
              <a:r>
                <a:rPr kumimoji="0" lang="pt-BR" sz="800" b="0" i="0" u="none" strike="noStrike" kern="1200" cap="none" spc="0" normalizeH="0" baseline="0" noProof="0">
                  <a:ln>
                    <a:noFill/>
                  </a:ln>
                  <a:solidFill>
                    <a:srgbClr val="39B54A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 - Oeste</a:t>
              </a:r>
            </a:p>
          </p:txBody>
        </p: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8AF709DE-68B1-04F2-3935-C5F3AC2EAE36}"/>
                </a:ext>
              </a:extLst>
            </p:cNvPr>
            <p:cNvCxnSpPr>
              <a:cxnSpLocks/>
            </p:cNvCxnSpPr>
            <p:nvPr/>
          </p:nvCxnSpPr>
          <p:spPr>
            <a:xfrm>
              <a:off x="869268" y="3891021"/>
              <a:ext cx="0" cy="1440830"/>
            </a:xfrm>
            <a:prstGeom prst="line">
              <a:avLst/>
            </a:prstGeom>
            <a:ln w="6350">
              <a:solidFill>
                <a:srgbClr val="39B54A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0" name="Picture 4" descr="VECTORA INDÚSTRIA DE EQUIPAMENTOS ELETROELETRÔNICOS LTDA. – Encontro  Técnico AESabesp – Fenasan">
              <a:extLst>
                <a:ext uri="{FF2B5EF4-FFF2-40B4-BE49-F238E27FC236}">
                  <a16:creationId xmlns:a16="http://schemas.microsoft.com/office/drawing/2014/main" id="{E4C31DA1-1EFA-0426-C95D-558727ABBB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0953" b="29320"/>
            <a:stretch/>
          </p:blipFill>
          <p:spPr bwMode="auto">
            <a:xfrm>
              <a:off x="1130181" y="3014348"/>
              <a:ext cx="424749" cy="118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1" name="Picture 160">
              <a:extLst>
                <a:ext uri="{FF2B5EF4-FFF2-40B4-BE49-F238E27FC236}">
                  <a16:creationId xmlns:a16="http://schemas.microsoft.com/office/drawing/2014/main" id="{0696AE83-521B-6936-B763-AA066AE89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6876" y="2925928"/>
              <a:ext cx="248525" cy="89800"/>
            </a:xfrm>
            <a:prstGeom prst="rect">
              <a:avLst/>
            </a:prstGeom>
          </p:spPr>
        </p:pic>
        <p:pic>
          <p:nvPicPr>
            <p:cNvPr id="162" name="Picture 8" descr="Sabesp - YouTube">
              <a:extLst>
                <a:ext uri="{FF2B5EF4-FFF2-40B4-BE49-F238E27FC236}">
                  <a16:creationId xmlns:a16="http://schemas.microsoft.com/office/drawing/2014/main" id="{12FAA660-1CA1-76B0-9D60-CB6F03B255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24260" y="2944541"/>
              <a:ext cx="121065" cy="1186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" name="Picture 4" descr="ATIVA Soluções - Soluções IoT e M2M para Telemetria e ...">
              <a:extLst>
                <a:ext uri="{FF2B5EF4-FFF2-40B4-BE49-F238E27FC236}">
                  <a16:creationId xmlns:a16="http://schemas.microsoft.com/office/drawing/2014/main" id="{C586202F-792B-16CE-2DC9-BEA6BD243A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413" y="2940714"/>
              <a:ext cx="313925" cy="221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4" name="Picture 163">
              <a:extLst>
                <a:ext uri="{FF2B5EF4-FFF2-40B4-BE49-F238E27FC236}">
                  <a16:creationId xmlns:a16="http://schemas.microsoft.com/office/drawing/2014/main" id="{9958E3A8-606D-8528-B0C1-5B29CE09F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83140" y="2529639"/>
              <a:ext cx="363867" cy="131476"/>
            </a:xfrm>
            <a:prstGeom prst="rect">
              <a:avLst/>
            </a:prstGeom>
          </p:spPr>
        </p:pic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E3088884-DE6A-A562-59D9-A37262ECE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19070" y="4710891"/>
              <a:ext cx="363867" cy="131476"/>
            </a:xfrm>
            <a:prstGeom prst="rect">
              <a:avLst/>
            </a:prstGeom>
          </p:spPr>
        </p:pic>
        <p:pic>
          <p:nvPicPr>
            <p:cNvPr id="166" name="Picture 165">
              <a:extLst>
                <a:ext uri="{FF2B5EF4-FFF2-40B4-BE49-F238E27FC236}">
                  <a16:creationId xmlns:a16="http://schemas.microsoft.com/office/drawing/2014/main" id="{7CA106E1-170E-2DB9-E512-A27A828D7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00821" y="2413367"/>
              <a:ext cx="173228" cy="173228"/>
            </a:xfrm>
            <a:prstGeom prst="rect">
              <a:avLst/>
            </a:prstGeom>
          </p:spPr>
        </p:pic>
        <p:pic>
          <p:nvPicPr>
            <p:cNvPr id="167" name="Picture 4" descr="ATIVA Soluções - Soluções IoT e M2M para Telemetria e ...">
              <a:extLst>
                <a:ext uri="{FF2B5EF4-FFF2-40B4-BE49-F238E27FC236}">
                  <a16:creationId xmlns:a16="http://schemas.microsoft.com/office/drawing/2014/main" id="{C827624D-3DA0-C0F2-1D54-760777EE4F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5507" y="3743584"/>
              <a:ext cx="313925" cy="221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8" name="Picture 8" descr="Sabesp - YouTube">
              <a:extLst>
                <a:ext uri="{FF2B5EF4-FFF2-40B4-BE49-F238E27FC236}">
                  <a16:creationId xmlns:a16="http://schemas.microsoft.com/office/drawing/2014/main" id="{D3454C97-D783-23C2-C999-4B7470F332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2758602" y="3746343"/>
              <a:ext cx="121065" cy="1186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3870C73A-0863-712C-D5E3-7A7E540EA970}"/>
                </a:ext>
              </a:extLst>
            </p:cNvPr>
            <p:cNvSpPr txBox="1"/>
            <p:nvPr/>
          </p:nvSpPr>
          <p:spPr>
            <a:xfrm>
              <a:off x="3138392" y="3857033"/>
              <a:ext cx="336275" cy="72717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Outros</a:t>
              </a:r>
            </a:p>
          </p:txBody>
        </p:sp>
        <p:pic>
          <p:nvPicPr>
            <p:cNvPr id="170" name="Picture 169">
              <a:extLst>
                <a:ext uri="{FF2B5EF4-FFF2-40B4-BE49-F238E27FC236}">
                  <a16:creationId xmlns:a16="http://schemas.microsoft.com/office/drawing/2014/main" id="{A1663417-3A40-BFE5-72D0-15E74AB6C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87803" y="3746343"/>
              <a:ext cx="248525" cy="89800"/>
            </a:xfrm>
            <a:prstGeom prst="rect">
              <a:avLst/>
            </a:prstGeom>
          </p:spPr>
        </p:pic>
        <p:pic>
          <p:nvPicPr>
            <p:cNvPr id="171" name="Picture 170">
              <a:extLst>
                <a:ext uri="{FF2B5EF4-FFF2-40B4-BE49-F238E27FC236}">
                  <a16:creationId xmlns:a16="http://schemas.microsoft.com/office/drawing/2014/main" id="{BBCA2016-CB1A-96AF-DF80-5970D2FCA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09118" y="5702479"/>
              <a:ext cx="363867" cy="131476"/>
            </a:xfrm>
            <a:prstGeom prst="rect">
              <a:avLst/>
            </a:prstGeom>
          </p:spPr>
        </p:pic>
        <p:pic>
          <p:nvPicPr>
            <p:cNvPr id="172" name="Picture 4" descr="ATIVA Soluções - Soluções IoT e M2M para Telemetria e ...">
              <a:extLst>
                <a:ext uri="{FF2B5EF4-FFF2-40B4-BE49-F238E27FC236}">
                  <a16:creationId xmlns:a16="http://schemas.microsoft.com/office/drawing/2014/main" id="{1F56E192-14D8-6FE6-C08A-27B3DD3E60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1424" y="5640896"/>
              <a:ext cx="345318" cy="244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" name="Picture 4" descr="ATIVA Soluções - Soluções IoT e M2M para Telemetria e ...">
              <a:extLst>
                <a:ext uri="{FF2B5EF4-FFF2-40B4-BE49-F238E27FC236}">
                  <a16:creationId xmlns:a16="http://schemas.microsoft.com/office/drawing/2014/main" id="{51CB1EA8-BAE3-DD19-38CB-6B3714E96A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3189" y="5557444"/>
              <a:ext cx="345318" cy="244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4" name="Picture 173">
              <a:extLst>
                <a:ext uri="{FF2B5EF4-FFF2-40B4-BE49-F238E27FC236}">
                  <a16:creationId xmlns:a16="http://schemas.microsoft.com/office/drawing/2014/main" id="{E69858C1-88DA-4914-92AA-48A03684F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33003" y="5580612"/>
              <a:ext cx="173228" cy="173228"/>
            </a:xfrm>
            <a:prstGeom prst="rect">
              <a:avLst/>
            </a:prstGeom>
          </p:spPr>
        </p:pic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26B032F7-2596-FD37-017E-C996CC8C5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9451" y="3427902"/>
              <a:ext cx="248525" cy="89800"/>
            </a:xfrm>
            <a:prstGeom prst="rect">
              <a:avLst/>
            </a:prstGeom>
          </p:spPr>
        </p:pic>
        <p:pic>
          <p:nvPicPr>
            <p:cNvPr id="176" name="Picture 175">
              <a:extLst>
                <a:ext uri="{FF2B5EF4-FFF2-40B4-BE49-F238E27FC236}">
                  <a16:creationId xmlns:a16="http://schemas.microsoft.com/office/drawing/2014/main" id="{01F5AF7A-19CC-82C9-1F49-318DF8510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86255" y="3345146"/>
              <a:ext cx="173228" cy="173228"/>
            </a:xfrm>
            <a:prstGeom prst="rect">
              <a:avLst/>
            </a:prstGeom>
          </p:spPr>
        </p:pic>
        <p:pic>
          <p:nvPicPr>
            <p:cNvPr id="177" name="Picture 10" descr="ALTUS Sistemas de Automação S/A - Sindimetal">
              <a:extLst>
                <a:ext uri="{FF2B5EF4-FFF2-40B4-BE49-F238E27FC236}">
                  <a16:creationId xmlns:a16="http://schemas.microsoft.com/office/drawing/2014/main" id="{565054B6-81FB-1DAE-A6EB-3438A38524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5283" y="3363991"/>
              <a:ext cx="234022" cy="131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F2E4C6D5-5836-13E7-8634-19BA5F7A2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05404" y="3802283"/>
              <a:ext cx="330788" cy="119524"/>
            </a:xfrm>
            <a:prstGeom prst="rect">
              <a:avLst/>
            </a:prstGeom>
          </p:spPr>
        </p:pic>
        <p:pic>
          <p:nvPicPr>
            <p:cNvPr id="179" name="Picture 60">
              <a:extLst>
                <a:ext uri="{FF2B5EF4-FFF2-40B4-BE49-F238E27FC236}">
                  <a16:creationId xmlns:a16="http://schemas.microsoft.com/office/drawing/2014/main" id="{0BC14371-CC3F-D541-5905-D7918C941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26915" y="3787948"/>
              <a:ext cx="363895" cy="135866"/>
            </a:xfrm>
            <a:prstGeom prst="rect">
              <a:avLst/>
            </a:prstGeom>
          </p:spPr>
        </p:pic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8962EACC-973D-6900-F8A5-81133D90A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91729" y="5310962"/>
              <a:ext cx="248525" cy="89800"/>
            </a:xfrm>
            <a:prstGeom prst="rect">
              <a:avLst/>
            </a:prstGeom>
          </p:spPr>
        </p:pic>
        <p:pic>
          <p:nvPicPr>
            <p:cNvPr id="181" name="Picture 180">
              <a:extLst>
                <a:ext uri="{FF2B5EF4-FFF2-40B4-BE49-F238E27FC236}">
                  <a16:creationId xmlns:a16="http://schemas.microsoft.com/office/drawing/2014/main" id="{96322A14-F1F1-91C2-72CA-7F9B945C8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41349" y="5334771"/>
              <a:ext cx="173228" cy="173228"/>
            </a:xfrm>
            <a:prstGeom prst="rect">
              <a:avLst/>
            </a:prstGeom>
          </p:spPr>
        </p:pic>
        <p:pic>
          <p:nvPicPr>
            <p:cNvPr id="182" name="Picture 6" descr="Industrial Automation Software Solutions by Inductive Automation">
              <a:extLst>
                <a:ext uri="{FF2B5EF4-FFF2-40B4-BE49-F238E27FC236}">
                  <a16:creationId xmlns:a16="http://schemas.microsoft.com/office/drawing/2014/main" id="{A0AB8C2C-E99B-50AB-4A70-C547BA017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3132" y="5409271"/>
              <a:ext cx="415921" cy="117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2498F7C5-74C4-ABAD-A34B-BC4481CBE07B}"/>
                </a:ext>
              </a:extLst>
            </p:cNvPr>
            <p:cNvCxnSpPr>
              <a:cxnSpLocks/>
            </p:cNvCxnSpPr>
            <p:nvPr/>
          </p:nvCxnSpPr>
          <p:spPr>
            <a:xfrm>
              <a:off x="1503125" y="3891021"/>
              <a:ext cx="0" cy="1440830"/>
            </a:xfrm>
            <a:prstGeom prst="line">
              <a:avLst/>
            </a:prstGeom>
            <a:ln w="6350">
              <a:solidFill>
                <a:srgbClr val="39B54A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E6C5BBEC-4E36-7A72-EAA2-BCDED4B78185}"/>
                </a:ext>
              </a:extLst>
            </p:cNvPr>
            <p:cNvSpPr/>
            <p:nvPr/>
          </p:nvSpPr>
          <p:spPr>
            <a:xfrm>
              <a:off x="300303" y="5396615"/>
              <a:ext cx="1830427" cy="4853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39B54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Soluções:</a:t>
              </a:r>
              <a:endParaRPr kumimoji="0" lang="pt-BR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pic>
          <p:nvPicPr>
            <p:cNvPr id="185" name="Picture 4" descr="ATIVA Soluções - Soluções IoT e M2M para Telemetria e ...">
              <a:extLst>
                <a:ext uri="{FF2B5EF4-FFF2-40B4-BE49-F238E27FC236}">
                  <a16:creationId xmlns:a16="http://schemas.microsoft.com/office/drawing/2014/main" id="{DDFF160E-8237-09EC-F3E6-48045C77DD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016" y="5647755"/>
              <a:ext cx="313925" cy="221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6" name="Picture 55">
              <a:extLst>
                <a:ext uri="{FF2B5EF4-FFF2-40B4-BE49-F238E27FC236}">
                  <a16:creationId xmlns:a16="http://schemas.microsoft.com/office/drawing/2014/main" id="{C153F7B6-8921-1A10-1863-E1DB4491F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5333" y="5558191"/>
              <a:ext cx="384008" cy="127020"/>
            </a:xfrm>
            <a:prstGeom prst="rect">
              <a:avLst/>
            </a:prstGeom>
          </p:spPr>
        </p:pic>
        <p:pic>
          <p:nvPicPr>
            <p:cNvPr id="187" name="Picture 186">
              <a:extLst>
                <a:ext uri="{FF2B5EF4-FFF2-40B4-BE49-F238E27FC236}">
                  <a16:creationId xmlns:a16="http://schemas.microsoft.com/office/drawing/2014/main" id="{33BD96BC-6A6A-E6B3-70BF-58E3EDFE8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4633" y="5709241"/>
              <a:ext cx="361318" cy="124995"/>
            </a:xfrm>
            <a:prstGeom prst="rect">
              <a:avLst/>
            </a:prstGeom>
          </p:spPr>
        </p:pic>
        <p:pic>
          <p:nvPicPr>
            <p:cNvPr id="188" name="Graphic 187">
              <a:extLst>
                <a:ext uri="{FF2B5EF4-FFF2-40B4-BE49-F238E27FC236}">
                  <a16:creationId xmlns:a16="http://schemas.microsoft.com/office/drawing/2014/main" id="{5761B73C-0DC6-5C29-7FE0-8FB6D2A97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24954" y="5576551"/>
              <a:ext cx="389303" cy="62318"/>
            </a:xfrm>
            <a:prstGeom prst="rect">
              <a:avLst/>
            </a:prstGeom>
          </p:spPr>
        </p:pic>
        <p:pic>
          <p:nvPicPr>
            <p:cNvPr id="189" name="Graphic 33">
              <a:extLst>
                <a:ext uri="{FF2B5EF4-FFF2-40B4-BE49-F238E27FC236}">
                  <a16:creationId xmlns:a16="http://schemas.microsoft.com/office/drawing/2014/main" id="{2C802964-401D-0563-E815-2C2AD62C4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00298" y="5704052"/>
              <a:ext cx="258326" cy="102743"/>
            </a:xfrm>
            <a:prstGeom prst="rect">
              <a:avLst/>
            </a:prstGeom>
          </p:spPr>
        </p:pic>
        <p:pic>
          <p:nvPicPr>
            <p:cNvPr id="190" name="Picture 4" descr="VECTORA INDÚSTRIA DE EQUIPAMENTOS ELETROELETRÔNICOS LTDA. – Encontro  Técnico AESabesp – Fenasan">
              <a:extLst>
                <a:ext uri="{FF2B5EF4-FFF2-40B4-BE49-F238E27FC236}">
                  <a16:creationId xmlns:a16="http://schemas.microsoft.com/office/drawing/2014/main" id="{B85BFD79-223B-8E20-4EA0-27DD5C1382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0953" b="29320"/>
            <a:stretch/>
          </p:blipFill>
          <p:spPr bwMode="auto">
            <a:xfrm>
              <a:off x="1500377" y="5684119"/>
              <a:ext cx="621875" cy="172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1" name="Picture 8" descr="Sabesp - YouTube">
              <a:extLst>
                <a:ext uri="{FF2B5EF4-FFF2-40B4-BE49-F238E27FC236}">
                  <a16:creationId xmlns:a16="http://schemas.microsoft.com/office/drawing/2014/main" id="{B3275A85-498B-453A-C89C-D6447F81A0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44136" y="5570104"/>
              <a:ext cx="133172" cy="130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A4CE9ABB-6B47-0574-7943-CD4C2AFC1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95210" y="5519814"/>
              <a:ext cx="363867" cy="131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3808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Widescreen</PresentationFormat>
  <Paragraphs>121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Graphik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Vaz Ribeiro, Daniel</dc:creator>
  <cp:lastModifiedBy>Vaz Ribeiro, Daniel</cp:lastModifiedBy>
  <cp:revision>1</cp:revision>
  <dcterms:created xsi:type="dcterms:W3CDTF">2025-12-04T20:51:10Z</dcterms:created>
  <dcterms:modified xsi:type="dcterms:W3CDTF">2025-12-04T20:51:10Z</dcterms:modified>
</cp:coreProperties>
</file>