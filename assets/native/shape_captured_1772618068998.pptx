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D9FF0-4C4F-0315-75D9-055F7F78C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FF60B-1C71-9DDA-63B8-9BA89E590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467B4-FCFE-99E5-4A17-0235888B2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AD8-9716-47D8-83A3-FAE3FFCF4FC4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4C474-EE88-2055-5C72-E0D136A6A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6B723-E2A4-7423-310A-8EB3F632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52D87-CE18-4FCA-B5B3-FA24E739EC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765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1148F-FFA3-3844-C8F3-F8EBF57C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3132D-1425-F77B-92C7-6EAFD66B4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88EB1-4D7B-E5D0-8CDD-573135ABF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AD8-9716-47D8-83A3-FAE3FFCF4FC4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6645E-4088-B7A6-57F5-F2C5940D8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F9786-62C0-CB4B-E430-9AF78E66D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52D87-CE18-4FCA-B5B3-FA24E739EC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021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67C18-6E7A-55F1-3964-4B7F2BA26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43032-379F-1FAB-DF91-E60398E12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D8777-A4B6-C61E-0EE2-9B3846B0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AD8-9716-47D8-83A3-FAE3FFCF4FC4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B0D4B-4C62-D7C4-A37F-0BED1123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6C030-4137-B7EF-5164-977D4D09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52D87-CE18-4FCA-B5B3-FA24E739EC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55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A370-3B40-124E-27C2-D7C50A32C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905F4-7784-DD2D-BC7A-0A883CB73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48B3D-9631-4B47-60F2-799286DF7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939C9-4992-3300-3433-1FFCBC0D9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AD8-9716-47D8-83A3-FAE3FFCF4FC4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A457D-E6CD-51F7-1A25-09009662A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3D686-B906-D369-97B5-C1A6F300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52D87-CE18-4FCA-B5B3-FA24E739EC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354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3C294-9416-79C9-82EE-6F7E1431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E2645-1125-90DA-2E79-7D8FA0B76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C7562-AABA-E465-4EA4-EADC45947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AFC646-45FF-E836-0681-0676F9219C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FAD63-CCEA-C60F-1F86-E88E9933B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4ADF6C-A96D-1B0B-A523-510FDEE2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AD8-9716-47D8-83A3-FAE3FFCF4FC4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D7F85A-DB7A-A4D5-4FCE-D22BB9FB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19C37-0449-4DAF-8736-486C1A12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52D87-CE18-4FCA-B5B3-FA24E739EC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76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B4FCD-C625-5290-45F5-21E4E2B01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85989-2AC2-9B2F-C172-0F45DC9B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AD8-9716-47D8-83A3-FAE3FFCF4FC4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C6DC9-AD61-C3CA-0122-BE92A5E3A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29EC-1CD1-CF3F-4293-911EEA08F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52D87-CE18-4FCA-B5B3-FA24E739EC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97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64D58-CDB2-4E96-B357-BC4EA99BF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AD8-9716-47D8-83A3-FAE3FFCF4FC4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0DAA87-A3A7-B8B6-8D10-708F65307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D1DB5-766E-5B0B-5F6E-CC16F6E8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52D87-CE18-4FCA-B5B3-FA24E739EC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445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9CDF-15C4-CAED-815D-6E611D6B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4FA13-5A5C-2BEB-C7FC-4A74A004B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8576F-DDCD-2EFD-67CE-F536D1956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4C051-0A1F-983E-2D76-BA36A06CC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AD8-9716-47D8-83A3-FAE3FFCF4FC4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99445-6F17-5E98-7B21-C2D96BB42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FF7BE-A14B-AE7B-DB90-E8E53DC5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52D87-CE18-4FCA-B5B3-FA24E739EC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048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0A57-1968-D27D-626F-726B1CDF2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4635BA-24C6-50DC-78D0-A9C135A43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CA311-5EE8-2F30-3FFA-01D309EE1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7BC4A-6D66-1056-C31E-F80F92054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AD8-9716-47D8-83A3-FAE3FFCF4FC4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8735C-8EC2-9FF8-57FF-CB615DBF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AC0D4-19B0-59A6-18C8-464CCD84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52D87-CE18-4FCA-B5B3-FA24E739EC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804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5589-9022-9317-1B57-96FAC7D21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460FB-70EA-45BD-A031-09CD5C6DE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4143A-9112-A5FA-EC9E-E21FD3AE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AD8-9716-47D8-83A3-FAE3FFCF4FC4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75716-BE9F-D094-7CE5-F15C06B3A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B1F7F-5803-3F61-35ED-834F53D3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52D87-CE18-4FCA-B5B3-FA24E739EC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97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2790D-0FDF-9965-F91F-8DC9E39022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093BB-26A1-E7BA-4510-FBF5FD6E4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52127-7E28-119D-D678-27EB1067B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4AD8-9716-47D8-83A3-FAE3FFCF4FC4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7D90B-8A7E-7DFA-19AA-8C0C18273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F7EDD-9904-2B77-6D2C-642851ABD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52D87-CE18-4FCA-B5B3-FA24E739EC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832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2689C1-D02A-40A6-5AD6-7E3E4D5EB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C3B0A-F5A4-E42F-4716-4F15EC5A8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D0F96-8BE2-733F-63FC-1DB28E53F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F54AD8-9716-47D8-83A3-FAE3FFCF4FC4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351C1-1092-0DA5-B63E-AAFAC604F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43BDE-6C2C-E97A-8BC7-CECB69CDD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C52D87-CE18-4FCA-B5B3-FA24E739EC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778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2B70D2-195A-DC77-67FD-90CA3298E583}"/>
              </a:ext>
            </a:extLst>
          </p:cNvPr>
          <p:cNvSpPr/>
          <p:nvPr/>
        </p:nvSpPr>
        <p:spPr>
          <a:xfrm>
            <a:off x="533400" y="1404257"/>
            <a:ext cx="7445762" cy="4648736"/>
          </a:xfrm>
          <a:prstGeom prst="rect">
            <a:avLst/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9B958C-6A4F-EE0D-CB91-D02AA4947342}"/>
              </a:ext>
            </a:extLst>
          </p:cNvPr>
          <p:cNvGraphicFramePr>
            <a:graphicFrameLocks noGrp="1"/>
          </p:cNvGraphicFramePr>
          <p:nvPr/>
        </p:nvGraphicFramePr>
        <p:xfrm>
          <a:off x="533087" y="1772175"/>
          <a:ext cx="7446141" cy="4302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96">
                  <a:extLst>
                    <a:ext uri="{9D8B030D-6E8A-4147-A177-3AD203B41FA5}">
                      <a16:colId xmlns:a16="http://schemas.microsoft.com/office/drawing/2014/main" val="2810709571"/>
                    </a:ext>
                  </a:extLst>
                </a:gridCol>
                <a:gridCol w="1957271">
                  <a:extLst>
                    <a:ext uri="{9D8B030D-6E8A-4147-A177-3AD203B41FA5}">
                      <a16:colId xmlns:a16="http://schemas.microsoft.com/office/drawing/2014/main" val="668047138"/>
                    </a:ext>
                  </a:extLst>
                </a:gridCol>
                <a:gridCol w="1957271">
                  <a:extLst>
                    <a:ext uri="{9D8B030D-6E8A-4147-A177-3AD203B41FA5}">
                      <a16:colId xmlns:a16="http://schemas.microsoft.com/office/drawing/2014/main" val="1488326845"/>
                    </a:ext>
                  </a:extLst>
                </a:gridCol>
                <a:gridCol w="1957271">
                  <a:extLst>
                    <a:ext uri="{9D8B030D-6E8A-4147-A177-3AD203B41FA5}">
                      <a16:colId xmlns:a16="http://schemas.microsoft.com/office/drawing/2014/main" val="3048605161"/>
                    </a:ext>
                  </a:extLst>
                </a:gridCol>
                <a:gridCol w="1233932">
                  <a:extLst>
                    <a:ext uri="{9D8B030D-6E8A-4147-A177-3AD203B41FA5}">
                      <a16:colId xmlns:a16="http://schemas.microsoft.com/office/drawing/2014/main" val="3423782096"/>
                    </a:ext>
                  </a:extLst>
                </a:gridCol>
              </a:tblGrid>
              <a:tr h="107551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tx1"/>
                          </a:solidFill>
                        </a:rPr>
                        <a:t>Semana 1</a:t>
                      </a:r>
                    </a:p>
                  </a:txBody>
                  <a:tcPr marL="0" marR="0" marT="0" marB="0"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663128"/>
                  </a:ext>
                </a:extLst>
              </a:tr>
              <a:tr h="107551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tx1"/>
                          </a:solidFill>
                        </a:rPr>
                        <a:t>Semana 2</a:t>
                      </a:r>
                    </a:p>
                  </a:txBody>
                  <a:tcPr marL="0" marR="0" marT="0" marB="0"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743329"/>
                  </a:ext>
                </a:extLst>
              </a:tr>
              <a:tr h="107551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tx1"/>
                          </a:solidFill>
                        </a:rPr>
                        <a:t>Semana 3</a:t>
                      </a:r>
                    </a:p>
                  </a:txBody>
                  <a:tcPr marL="0" marR="0" marT="0" marB="0"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177162"/>
                  </a:ext>
                </a:extLst>
              </a:tr>
              <a:tr h="107551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tx1"/>
                          </a:solidFill>
                        </a:rPr>
                        <a:t>Semana 4</a:t>
                      </a:r>
                    </a:p>
                  </a:txBody>
                  <a:tcPr marL="0" marR="0" marT="0" marB="0"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1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6232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C7BEC0B-8BD2-2522-84DD-41CAFC46484C}"/>
              </a:ext>
            </a:extLst>
          </p:cNvPr>
          <p:cNvSpPr/>
          <p:nvPr/>
        </p:nvSpPr>
        <p:spPr>
          <a:xfrm>
            <a:off x="8406265" y="3044318"/>
            <a:ext cx="3153092" cy="3971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lvl="2"/>
            <a:r>
              <a:rPr lang="pt-BR" sz="1200">
                <a:solidFill>
                  <a:srgbClr val="000000"/>
                </a:solidFill>
              </a:rPr>
              <a:t>Gestão de projeto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018AFB-B0B9-7CEE-E24F-F1FA0834F7DD}"/>
              </a:ext>
            </a:extLst>
          </p:cNvPr>
          <p:cNvSpPr/>
          <p:nvPr/>
        </p:nvSpPr>
        <p:spPr>
          <a:xfrm>
            <a:off x="8406265" y="3736031"/>
            <a:ext cx="3153092" cy="3971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lvl="2"/>
            <a:r>
              <a:rPr lang="pt-BR" sz="1200">
                <a:solidFill>
                  <a:srgbClr val="000000"/>
                </a:solidFill>
              </a:rPr>
              <a:t>Especialistas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986887-3465-82E5-3F44-55BAD7E784A0}"/>
              </a:ext>
            </a:extLst>
          </p:cNvPr>
          <p:cNvSpPr/>
          <p:nvPr/>
        </p:nvSpPr>
        <p:spPr>
          <a:xfrm>
            <a:off x="8406265" y="4427745"/>
            <a:ext cx="3153092" cy="3971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lvl="2"/>
            <a:r>
              <a:rPr lang="pt-BR" sz="1200">
                <a:solidFill>
                  <a:srgbClr val="000000"/>
                </a:solidFill>
              </a:rPr>
              <a:t>Executivos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DEC5C9-D0EA-1DFB-1C76-E0098C1DDD15}"/>
              </a:ext>
            </a:extLst>
          </p:cNvPr>
          <p:cNvSpPr/>
          <p:nvPr/>
        </p:nvSpPr>
        <p:spPr>
          <a:xfrm>
            <a:off x="8406265" y="2352605"/>
            <a:ext cx="3153092" cy="3971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lvl="2"/>
            <a:r>
              <a:rPr lang="pt-BR" sz="1200">
                <a:solidFill>
                  <a:srgbClr val="000000"/>
                </a:solidFill>
              </a:rPr>
              <a:t>Equipe de projeto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4D2C49-3766-5DFE-56CE-FEACDE3C99B7}"/>
              </a:ext>
            </a:extLst>
          </p:cNvPr>
          <p:cNvSpPr/>
          <p:nvPr/>
        </p:nvSpPr>
        <p:spPr>
          <a:xfrm>
            <a:off x="8550979" y="2461462"/>
            <a:ext cx="527274" cy="193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endParaRPr lang="pt-BR" sz="6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27940E-F9C8-382B-319D-04DD2D6379AA}"/>
              </a:ext>
            </a:extLst>
          </p:cNvPr>
          <p:cNvSpPr/>
          <p:nvPr/>
        </p:nvSpPr>
        <p:spPr>
          <a:xfrm>
            <a:off x="8550979" y="3153074"/>
            <a:ext cx="527274" cy="1933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endParaRPr lang="pt-BR" sz="60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6F5C78-C2BD-A1A9-D44B-A4F1E73A4FD5}"/>
              </a:ext>
            </a:extLst>
          </p:cNvPr>
          <p:cNvSpPr/>
          <p:nvPr/>
        </p:nvSpPr>
        <p:spPr>
          <a:xfrm>
            <a:off x="8550979" y="3844686"/>
            <a:ext cx="527274" cy="193313"/>
          </a:xfrm>
          <a:prstGeom prst="rect">
            <a:avLst/>
          </a:prstGeom>
          <a:solidFill>
            <a:srgbClr val="009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endParaRPr lang="pt-BR" sz="6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B94EA1-C85B-46F6-37F7-EC22A29C3AF9}"/>
              </a:ext>
            </a:extLst>
          </p:cNvPr>
          <p:cNvSpPr/>
          <p:nvPr/>
        </p:nvSpPr>
        <p:spPr>
          <a:xfrm>
            <a:off x="8550979" y="4536298"/>
            <a:ext cx="527274" cy="1933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endParaRPr lang="pt-BR" sz="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13B396-6DD0-1683-8A37-80EB425E8D68}"/>
              </a:ext>
            </a:extLst>
          </p:cNvPr>
          <p:cNvSpPr/>
          <p:nvPr/>
        </p:nvSpPr>
        <p:spPr>
          <a:xfrm>
            <a:off x="8884659" y="1941582"/>
            <a:ext cx="2773941" cy="3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>
                <a:solidFill>
                  <a:sysClr val="windowText" lastClr="000000"/>
                </a:solidFill>
              </a:rPr>
              <a:t>Participantes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3137EB-8C84-0974-A4DA-2AA44C399CF5}"/>
              </a:ext>
            </a:extLst>
          </p:cNvPr>
          <p:cNvCxnSpPr>
            <a:cxnSpLocks/>
          </p:cNvCxnSpPr>
          <p:nvPr/>
        </p:nvCxnSpPr>
        <p:spPr>
          <a:xfrm>
            <a:off x="8406265" y="2269381"/>
            <a:ext cx="3000664" cy="119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0">
            <a:extLst>
              <a:ext uri="{FF2B5EF4-FFF2-40B4-BE49-F238E27FC236}">
                <a16:creationId xmlns:a16="http://schemas.microsoft.com/office/drawing/2014/main" id="{79521D25-E793-8AED-8D9D-EDF82E6D7F1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505508" y="1917865"/>
            <a:ext cx="374835" cy="319590"/>
            <a:chOff x="4653" y="690"/>
            <a:chExt cx="441" cy="376"/>
          </a:xfrm>
          <a:solidFill>
            <a:srgbClr val="000000"/>
          </a:solidFill>
        </p:grpSpPr>
        <p:sp>
          <p:nvSpPr>
            <p:cNvPr id="15" name="Freeform 41">
              <a:extLst>
                <a:ext uri="{FF2B5EF4-FFF2-40B4-BE49-F238E27FC236}">
                  <a16:creationId xmlns:a16="http://schemas.microsoft.com/office/drawing/2014/main" id="{73D4EAC8-0DC3-594A-FD71-083E6E2D28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3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4" tIns="34292" rIns="68584" bIns="34292" numCol="1" anchor="t" anchorCtr="0" compatLnSpc="1">
              <a:prstTxWarp prst="textNoShape">
                <a:avLst/>
              </a:prstTxWarp>
            </a:bodyPr>
            <a:lstStyle/>
            <a:p>
              <a:pPr defTabSz="685783" eaLnBrk="1" hangingPunct="1">
                <a:defRPr/>
              </a:pPr>
              <a:endParaRPr lang="en-US" kern="0">
                <a:solidFill>
                  <a:schemeClr val="tx2"/>
                </a:solidFill>
                <a:cs typeface="Arial" charset="0"/>
              </a:endParaRPr>
            </a:p>
          </p:txBody>
        </p:sp>
        <p:sp>
          <p:nvSpPr>
            <p:cNvPr id="16" name="Freeform 42">
              <a:extLst>
                <a:ext uri="{FF2B5EF4-FFF2-40B4-BE49-F238E27FC236}">
                  <a16:creationId xmlns:a16="http://schemas.microsoft.com/office/drawing/2014/main" id="{5AFAECAA-1687-4F2E-E2A5-F5C4324DE3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84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4" tIns="34292" rIns="68584" bIns="34292" numCol="1" anchor="t" anchorCtr="0" compatLnSpc="1">
              <a:prstTxWarp prst="textNoShape">
                <a:avLst/>
              </a:prstTxWarp>
            </a:bodyPr>
            <a:lstStyle/>
            <a:p>
              <a:pPr defTabSz="685783" eaLnBrk="1" hangingPunct="1">
                <a:defRPr/>
              </a:pPr>
              <a:endParaRPr lang="en-US" kern="0">
                <a:solidFill>
                  <a:schemeClr val="tx2"/>
                </a:solidFill>
                <a:cs typeface="Arial" charset="0"/>
              </a:endParaRPr>
            </a:p>
          </p:txBody>
        </p:sp>
        <p:sp>
          <p:nvSpPr>
            <p:cNvPr id="17" name="Freeform 43">
              <a:extLst>
                <a:ext uri="{FF2B5EF4-FFF2-40B4-BE49-F238E27FC236}">
                  <a16:creationId xmlns:a16="http://schemas.microsoft.com/office/drawing/2014/main" id="{EC024B20-BD2F-3F87-4771-41C2C665B8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0" y="815"/>
              <a:ext cx="147" cy="251"/>
            </a:xfrm>
            <a:custGeom>
              <a:avLst/>
              <a:gdLst>
                <a:gd name="T0" fmla="*/ 66 w 96"/>
                <a:gd name="T1" fmla="*/ 168 h 168"/>
                <a:gd name="T2" fmla="*/ 30 w 96"/>
                <a:gd name="T3" fmla="*/ 168 h 168"/>
                <a:gd name="T4" fmla="*/ 24 w 96"/>
                <a:gd name="T5" fmla="*/ 162 h 168"/>
                <a:gd name="T6" fmla="*/ 24 w 96"/>
                <a:gd name="T7" fmla="*/ 95 h 168"/>
                <a:gd name="T8" fmla="*/ 0 w 96"/>
                <a:gd name="T9" fmla="*/ 66 h 168"/>
                <a:gd name="T10" fmla="*/ 0 w 96"/>
                <a:gd name="T11" fmla="*/ 6 h 168"/>
                <a:gd name="T12" fmla="*/ 6 w 96"/>
                <a:gd name="T13" fmla="*/ 0 h 168"/>
                <a:gd name="T14" fmla="*/ 90 w 96"/>
                <a:gd name="T15" fmla="*/ 0 h 168"/>
                <a:gd name="T16" fmla="*/ 96 w 96"/>
                <a:gd name="T17" fmla="*/ 6 h 168"/>
                <a:gd name="T18" fmla="*/ 96 w 96"/>
                <a:gd name="T19" fmla="*/ 66 h 168"/>
                <a:gd name="T20" fmla="*/ 72 w 96"/>
                <a:gd name="T21" fmla="*/ 95 h 168"/>
                <a:gd name="T22" fmla="*/ 72 w 96"/>
                <a:gd name="T23" fmla="*/ 162 h 168"/>
                <a:gd name="T24" fmla="*/ 66 w 96"/>
                <a:gd name="T25" fmla="*/ 168 h 168"/>
                <a:gd name="T26" fmla="*/ 36 w 96"/>
                <a:gd name="T27" fmla="*/ 156 h 168"/>
                <a:gd name="T28" fmla="*/ 60 w 96"/>
                <a:gd name="T29" fmla="*/ 156 h 168"/>
                <a:gd name="T30" fmla="*/ 60 w 96"/>
                <a:gd name="T31" fmla="*/ 90 h 168"/>
                <a:gd name="T32" fmla="*/ 66 w 96"/>
                <a:gd name="T33" fmla="*/ 84 h 168"/>
                <a:gd name="T34" fmla="*/ 84 w 96"/>
                <a:gd name="T35" fmla="*/ 66 h 168"/>
                <a:gd name="T36" fmla="*/ 84 w 96"/>
                <a:gd name="T37" fmla="*/ 12 h 168"/>
                <a:gd name="T38" fmla="*/ 12 w 96"/>
                <a:gd name="T39" fmla="*/ 12 h 168"/>
                <a:gd name="T40" fmla="*/ 12 w 96"/>
                <a:gd name="T41" fmla="*/ 66 h 168"/>
                <a:gd name="T42" fmla="*/ 30 w 96"/>
                <a:gd name="T43" fmla="*/ 84 h 168"/>
                <a:gd name="T44" fmla="*/ 36 w 96"/>
                <a:gd name="T45" fmla="*/ 90 h 168"/>
                <a:gd name="T46" fmla="*/ 36 w 96"/>
                <a:gd name="T47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6" h="168">
                  <a:moveTo>
                    <a:pt x="66" y="168"/>
                  </a:moveTo>
                  <a:cubicBezTo>
                    <a:pt x="30" y="168"/>
                    <a:pt x="30" y="168"/>
                    <a:pt x="30" y="168"/>
                  </a:cubicBezTo>
                  <a:cubicBezTo>
                    <a:pt x="27" y="168"/>
                    <a:pt x="24" y="165"/>
                    <a:pt x="24" y="162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10" y="92"/>
                    <a:pt x="0" y="8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2"/>
                    <a:pt x="96" y="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80"/>
                    <a:pt x="86" y="92"/>
                    <a:pt x="72" y="95"/>
                  </a:cubicBezTo>
                  <a:cubicBezTo>
                    <a:pt x="72" y="162"/>
                    <a:pt x="72" y="162"/>
                    <a:pt x="72" y="162"/>
                  </a:cubicBezTo>
                  <a:cubicBezTo>
                    <a:pt x="72" y="165"/>
                    <a:pt x="69" y="168"/>
                    <a:pt x="66" y="168"/>
                  </a:cubicBezTo>
                  <a:close/>
                  <a:moveTo>
                    <a:pt x="36" y="156"/>
                  </a:moveTo>
                  <a:cubicBezTo>
                    <a:pt x="60" y="156"/>
                    <a:pt x="60" y="156"/>
                    <a:pt x="60" y="156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60" y="86"/>
                    <a:pt x="63" y="84"/>
                    <a:pt x="66" y="84"/>
                  </a:cubicBezTo>
                  <a:cubicBezTo>
                    <a:pt x="76" y="84"/>
                    <a:pt x="84" y="76"/>
                    <a:pt x="84" y="66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76"/>
                    <a:pt x="20" y="84"/>
                    <a:pt x="30" y="84"/>
                  </a:cubicBezTo>
                  <a:cubicBezTo>
                    <a:pt x="33" y="84"/>
                    <a:pt x="36" y="86"/>
                    <a:pt x="36" y="90"/>
                  </a:cubicBezTo>
                  <a:lnTo>
                    <a:pt x="36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4" tIns="34292" rIns="68584" bIns="34292" numCol="1" anchor="t" anchorCtr="0" compatLnSpc="1">
              <a:prstTxWarp prst="textNoShape">
                <a:avLst/>
              </a:prstTxWarp>
            </a:bodyPr>
            <a:lstStyle/>
            <a:p>
              <a:pPr defTabSz="685783" eaLnBrk="1" hangingPunct="1">
                <a:defRPr/>
              </a:pPr>
              <a:endParaRPr lang="en-US" kern="0">
                <a:solidFill>
                  <a:schemeClr val="tx2"/>
                </a:solidFill>
                <a:cs typeface="Arial" charset="0"/>
              </a:endParaRPr>
            </a:p>
          </p:txBody>
        </p:sp>
        <p:sp>
          <p:nvSpPr>
            <p:cNvPr id="18" name="Freeform 44">
              <a:extLst>
                <a:ext uri="{FF2B5EF4-FFF2-40B4-BE49-F238E27FC236}">
                  <a16:creationId xmlns:a16="http://schemas.microsoft.com/office/drawing/2014/main" id="{ECE9DF51-A758-075E-7FEF-2B04CBC9A5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1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4" tIns="34292" rIns="68584" bIns="34292" numCol="1" anchor="t" anchorCtr="0" compatLnSpc="1">
              <a:prstTxWarp prst="textNoShape">
                <a:avLst/>
              </a:prstTxWarp>
            </a:bodyPr>
            <a:lstStyle/>
            <a:p>
              <a:pPr defTabSz="685783" eaLnBrk="1" hangingPunct="1">
                <a:defRPr/>
              </a:pPr>
              <a:endParaRPr lang="en-US" kern="0">
                <a:solidFill>
                  <a:schemeClr val="tx2"/>
                </a:solidFill>
                <a:cs typeface="Arial" charset="0"/>
              </a:endParaRPr>
            </a:p>
          </p:txBody>
        </p:sp>
        <p:sp>
          <p:nvSpPr>
            <p:cNvPr id="19" name="Freeform 45">
              <a:extLst>
                <a:ext uri="{FF2B5EF4-FFF2-40B4-BE49-F238E27FC236}">
                  <a16:creationId xmlns:a16="http://schemas.microsoft.com/office/drawing/2014/main" id="{B886F9F2-899E-551F-B995-3BD4F55F36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2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4" tIns="34292" rIns="68584" bIns="34292" numCol="1" anchor="t" anchorCtr="0" compatLnSpc="1">
              <a:prstTxWarp prst="textNoShape">
                <a:avLst/>
              </a:prstTxWarp>
            </a:bodyPr>
            <a:lstStyle/>
            <a:p>
              <a:pPr defTabSz="685783" eaLnBrk="1" hangingPunct="1">
                <a:defRPr/>
              </a:pPr>
              <a:endParaRPr lang="en-US" kern="0">
                <a:solidFill>
                  <a:schemeClr val="tx2"/>
                </a:solidFill>
                <a:cs typeface="Arial" charset="0"/>
              </a:endParaRPr>
            </a:p>
          </p:txBody>
        </p:sp>
        <p:sp>
          <p:nvSpPr>
            <p:cNvPr id="20" name="Freeform 46">
              <a:extLst>
                <a:ext uri="{FF2B5EF4-FFF2-40B4-BE49-F238E27FC236}">
                  <a16:creationId xmlns:a16="http://schemas.microsoft.com/office/drawing/2014/main" id="{26BC451A-B98C-C9BB-090A-1D234CAA9B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8" y="690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5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2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2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4" tIns="34292" rIns="68584" bIns="34292" numCol="1" anchor="t" anchorCtr="0" compatLnSpc="1">
              <a:prstTxWarp prst="textNoShape">
                <a:avLst/>
              </a:prstTxWarp>
            </a:bodyPr>
            <a:lstStyle/>
            <a:p>
              <a:pPr defTabSz="685783" eaLnBrk="1" hangingPunct="1">
                <a:defRPr/>
              </a:pPr>
              <a:endParaRPr lang="en-US" kern="0">
                <a:solidFill>
                  <a:schemeClr val="tx2"/>
                </a:solidFill>
                <a:cs typeface="Arial" charset="0"/>
              </a:endParaRPr>
            </a:p>
          </p:txBody>
        </p:sp>
      </p:grp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574660-17AC-5085-0FB4-2262A5601C1A}"/>
              </a:ext>
            </a:extLst>
          </p:cNvPr>
          <p:cNvSpPr/>
          <p:nvPr/>
        </p:nvSpPr>
        <p:spPr>
          <a:xfrm>
            <a:off x="906225" y="1517953"/>
            <a:ext cx="1404000" cy="180000"/>
          </a:xfrm>
          <a:prstGeom prst="homePlate">
            <a:avLst>
              <a:gd name="adj" fmla="val 9510"/>
            </a:avLst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10" tIns="54010" rIns="54010" bIns="540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1530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>
                <a:solidFill>
                  <a:srgbClr val="FFFFFF"/>
                </a:solidFill>
                <a:latin typeface="+mj-lt"/>
              </a:rPr>
              <a:t>Segunda</a:t>
            </a:r>
          </a:p>
        </p:txBody>
      </p: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55B98F05-6126-D494-7074-0A30F49A8AFB}"/>
              </a:ext>
            </a:extLst>
          </p:cNvPr>
          <p:cNvSpPr/>
          <p:nvPr/>
        </p:nvSpPr>
        <p:spPr>
          <a:xfrm>
            <a:off x="2320045" y="1517953"/>
            <a:ext cx="1404000" cy="180000"/>
          </a:xfrm>
          <a:prstGeom prst="homePlate">
            <a:avLst>
              <a:gd name="adj" fmla="val 9510"/>
            </a:avLst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10" tIns="54010" rIns="54010" bIns="540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1530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>
                <a:solidFill>
                  <a:srgbClr val="FFFFFF"/>
                </a:solidFill>
                <a:latin typeface="+mj-lt"/>
              </a:rPr>
              <a:t>Terça</a:t>
            </a:r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7A981AA8-9411-80AC-2FF4-5CAED6083FF1}"/>
              </a:ext>
            </a:extLst>
          </p:cNvPr>
          <p:cNvSpPr/>
          <p:nvPr/>
        </p:nvSpPr>
        <p:spPr>
          <a:xfrm>
            <a:off x="3733865" y="1517953"/>
            <a:ext cx="1404000" cy="180000"/>
          </a:xfrm>
          <a:prstGeom prst="homePlate">
            <a:avLst>
              <a:gd name="adj" fmla="val 9510"/>
            </a:avLst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10" tIns="54010" rIns="54010" bIns="540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1530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>
                <a:solidFill>
                  <a:srgbClr val="FFFFFF"/>
                </a:solidFill>
                <a:latin typeface="+mj-lt"/>
              </a:rPr>
              <a:t>Quarta</a:t>
            </a:r>
          </a:p>
        </p:txBody>
      </p:sp>
      <p:sp>
        <p:nvSpPr>
          <p:cNvPr id="24" name="Arrow: Pentagon 23">
            <a:extLst>
              <a:ext uri="{FF2B5EF4-FFF2-40B4-BE49-F238E27FC236}">
                <a16:creationId xmlns:a16="http://schemas.microsoft.com/office/drawing/2014/main" id="{CD3A6D64-29D5-117E-0FF6-CE3F455AEFC1}"/>
              </a:ext>
            </a:extLst>
          </p:cNvPr>
          <p:cNvSpPr/>
          <p:nvPr/>
        </p:nvSpPr>
        <p:spPr>
          <a:xfrm>
            <a:off x="5150244" y="1517953"/>
            <a:ext cx="1404000" cy="180000"/>
          </a:xfrm>
          <a:prstGeom prst="homePlate">
            <a:avLst>
              <a:gd name="adj" fmla="val 9510"/>
            </a:avLst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10" tIns="54010" rIns="54010" bIns="540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1530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>
                <a:solidFill>
                  <a:srgbClr val="FFFFFF"/>
                </a:solidFill>
                <a:latin typeface="+mj-lt"/>
              </a:rPr>
              <a:t>Quinta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547A5B13-C5B7-EE0D-2FF3-0433D6297424}"/>
              </a:ext>
            </a:extLst>
          </p:cNvPr>
          <p:cNvSpPr/>
          <p:nvPr/>
        </p:nvSpPr>
        <p:spPr>
          <a:xfrm>
            <a:off x="6561507" y="1517953"/>
            <a:ext cx="1404000" cy="180000"/>
          </a:xfrm>
          <a:prstGeom prst="homePlate">
            <a:avLst>
              <a:gd name="adj" fmla="val 9510"/>
            </a:avLst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10" tIns="54010" rIns="54010" bIns="540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1530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>
                <a:solidFill>
                  <a:srgbClr val="FFFFFF"/>
                </a:solidFill>
                <a:latin typeface="+mj-lt"/>
              </a:rPr>
              <a:t>Sexta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CF15D3-27D3-6218-B930-4F511D8B41C1}"/>
              </a:ext>
            </a:extLst>
          </p:cNvPr>
          <p:cNvSpPr/>
          <p:nvPr/>
        </p:nvSpPr>
        <p:spPr>
          <a:xfrm>
            <a:off x="1015523" y="1843817"/>
            <a:ext cx="1185405" cy="44200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Status semanal (3h)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2A4C14-BDB4-54A3-1014-DCBAB1C477EC}"/>
              </a:ext>
            </a:extLst>
          </p:cNvPr>
          <p:cNvSpPr/>
          <p:nvPr/>
        </p:nvSpPr>
        <p:spPr>
          <a:xfrm>
            <a:off x="3884575" y="5569335"/>
            <a:ext cx="1185405" cy="44200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Reunião de Riscos (1,5h)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47DDE5-86AE-4AF7-83AD-9AF4B8D0303A}"/>
              </a:ext>
            </a:extLst>
          </p:cNvPr>
          <p:cNvSpPr/>
          <p:nvPr/>
        </p:nvSpPr>
        <p:spPr>
          <a:xfrm>
            <a:off x="2429343" y="3426314"/>
            <a:ext cx="1185405" cy="44200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Recados gerais (30min)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E8CEF7-7026-A259-DC12-08262A5191B7}"/>
              </a:ext>
            </a:extLst>
          </p:cNvPr>
          <p:cNvSpPr/>
          <p:nvPr/>
        </p:nvSpPr>
        <p:spPr>
          <a:xfrm>
            <a:off x="6670805" y="5566288"/>
            <a:ext cx="1185405" cy="442005"/>
          </a:xfrm>
          <a:prstGeom prst="rect">
            <a:avLst/>
          </a:prstGeom>
          <a:solidFill>
            <a:srgbClr val="009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Alinhamento estratégico (1h)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B16668-6F6C-3E96-8943-74E220E3F7BD}"/>
              </a:ext>
            </a:extLst>
          </p:cNvPr>
          <p:cNvSpPr/>
          <p:nvPr/>
        </p:nvSpPr>
        <p:spPr>
          <a:xfrm>
            <a:off x="3884575" y="4468253"/>
            <a:ext cx="1185405" cy="44200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Reunião de Riscos (1,5h)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B72DA2-45F8-1277-C2AB-722B0378E963}"/>
              </a:ext>
            </a:extLst>
          </p:cNvPr>
          <p:cNvSpPr/>
          <p:nvPr/>
        </p:nvSpPr>
        <p:spPr>
          <a:xfrm>
            <a:off x="1015523" y="2918418"/>
            <a:ext cx="1185405" cy="44200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Status semanal (3h)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BE50C2-94A6-A153-1913-7552B33A4A2D}"/>
              </a:ext>
            </a:extLst>
          </p:cNvPr>
          <p:cNvSpPr/>
          <p:nvPr/>
        </p:nvSpPr>
        <p:spPr>
          <a:xfrm>
            <a:off x="1015523" y="3993019"/>
            <a:ext cx="1185405" cy="44200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Status semanal (3h)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245714-B5FB-F218-2054-CF9D27C7D684}"/>
              </a:ext>
            </a:extLst>
          </p:cNvPr>
          <p:cNvSpPr/>
          <p:nvPr/>
        </p:nvSpPr>
        <p:spPr>
          <a:xfrm>
            <a:off x="1015523" y="5067620"/>
            <a:ext cx="1185405" cy="44200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Status semanal (3h)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F004FD-E1E9-604B-CA80-F5E44FC609CA}"/>
              </a:ext>
            </a:extLst>
          </p:cNvPr>
          <p:cNvSpPr/>
          <p:nvPr/>
        </p:nvSpPr>
        <p:spPr>
          <a:xfrm>
            <a:off x="3826828" y="2356326"/>
            <a:ext cx="1185405" cy="44200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Reunião de Riscos (1,5h)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82BD0B3-0B26-CF68-DAF1-DC416C10A3A9}"/>
              </a:ext>
            </a:extLst>
          </p:cNvPr>
          <p:cNvSpPr/>
          <p:nvPr/>
        </p:nvSpPr>
        <p:spPr>
          <a:xfrm>
            <a:off x="3808375" y="3426314"/>
            <a:ext cx="1185405" cy="44200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Reunião de Riscos (1,5h)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C53B47-3F4D-4090-A08C-39FC0DB1F82B}"/>
              </a:ext>
            </a:extLst>
          </p:cNvPr>
          <p:cNvSpPr/>
          <p:nvPr/>
        </p:nvSpPr>
        <p:spPr>
          <a:xfrm>
            <a:off x="1015523" y="4499463"/>
            <a:ext cx="1185405" cy="4420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Comitê  Executivo (1h)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2E1DB77-8781-C56C-33A7-5B6FEDF0328B}"/>
              </a:ext>
            </a:extLst>
          </p:cNvPr>
          <p:cNvSpPr/>
          <p:nvPr/>
        </p:nvSpPr>
        <p:spPr>
          <a:xfrm>
            <a:off x="5259542" y="5566288"/>
            <a:ext cx="1185405" cy="4420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Comitê  Diretor (1h)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798B36F-6713-54D3-43D5-C34B2304AD7F}"/>
              </a:ext>
            </a:extLst>
          </p:cNvPr>
          <p:cNvSpPr/>
          <p:nvPr/>
        </p:nvSpPr>
        <p:spPr>
          <a:xfrm>
            <a:off x="5259542" y="3426314"/>
            <a:ext cx="1185405" cy="4420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Comitê  Diretor (1h)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6B98C60-AECA-43D6-CBDF-89D30ECAB8AA}"/>
              </a:ext>
            </a:extLst>
          </p:cNvPr>
          <p:cNvSpPr/>
          <p:nvPr/>
        </p:nvSpPr>
        <p:spPr>
          <a:xfrm>
            <a:off x="5259542" y="1843817"/>
            <a:ext cx="1185405" cy="44200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Status por frente*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24A907-1108-F556-4A7A-57DCFB4F9A69}"/>
              </a:ext>
            </a:extLst>
          </p:cNvPr>
          <p:cNvSpPr/>
          <p:nvPr/>
        </p:nvSpPr>
        <p:spPr>
          <a:xfrm>
            <a:off x="5259542" y="2918418"/>
            <a:ext cx="1185405" cy="44200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Status por frente*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F9528E9-8C78-E29D-B47A-407507490E62}"/>
              </a:ext>
            </a:extLst>
          </p:cNvPr>
          <p:cNvSpPr/>
          <p:nvPr/>
        </p:nvSpPr>
        <p:spPr>
          <a:xfrm>
            <a:off x="5259542" y="3993019"/>
            <a:ext cx="1185405" cy="44200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Status por frente*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EE1BC7C-B9F2-CC2A-42DD-F552CA5F6104}"/>
              </a:ext>
            </a:extLst>
          </p:cNvPr>
          <p:cNvSpPr/>
          <p:nvPr/>
        </p:nvSpPr>
        <p:spPr>
          <a:xfrm>
            <a:off x="2429343" y="4496302"/>
            <a:ext cx="1185405" cy="44200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Recados gerais (30min)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EA972C2-5DE9-BB52-16A8-6C57B371DA33}"/>
              </a:ext>
            </a:extLst>
          </p:cNvPr>
          <p:cNvSpPr/>
          <p:nvPr/>
        </p:nvSpPr>
        <p:spPr>
          <a:xfrm>
            <a:off x="2429343" y="5566289"/>
            <a:ext cx="1185405" cy="44200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Recados gerais (30min)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8DA8A5-8635-6CD9-9F60-199C9C60EB6A}"/>
              </a:ext>
            </a:extLst>
          </p:cNvPr>
          <p:cNvSpPr/>
          <p:nvPr/>
        </p:nvSpPr>
        <p:spPr>
          <a:xfrm>
            <a:off x="2429343" y="2356326"/>
            <a:ext cx="1185405" cy="44200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Recados gerais (30min)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2E2FB89-3E6B-AC76-FB24-59070237D9EF}"/>
              </a:ext>
            </a:extLst>
          </p:cNvPr>
          <p:cNvSpPr/>
          <p:nvPr/>
        </p:nvSpPr>
        <p:spPr>
          <a:xfrm>
            <a:off x="6670805" y="4468253"/>
            <a:ext cx="1185405" cy="442005"/>
          </a:xfrm>
          <a:prstGeom prst="rect">
            <a:avLst/>
          </a:prstGeom>
          <a:solidFill>
            <a:srgbClr val="009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Alinhamento estratégico (1h)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AD31E3E-8F78-F513-3CE0-7336285B0107}"/>
              </a:ext>
            </a:extLst>
          </p:cNvPr>
          <p:cNvSpPr/>
          <p:nvPr/>
        </p:nvSpPr>
        <p:spPr>
          <a:xfrm>
            <a:off x="6670805" y="3426314"/>
            <a:ext cx="1185405" cy="442005"/>
          </a:xfrm>
          <a:prstGeom prst="rect">
            <a:avLst/>
          </a:prstGeom>
          <a:solidFill>
            <a:srgbClr val="009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Alinhamento estratégico (1h)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DF2669-82BF-B372-9686-6F9EA5815F23}"/>
              </a:ext>
            </a:extLst>
          </p:cNvPr>
          <p:cNvSpPr/>
          <p:nvPr/>
        </p:nvSpPr>
        <p:spPr>
          <a:xfrm>
            <a:off x="6670805" y="2356326"/>
            <a:ext cx="1185405" cy="442005"/>
          </a:xfrm>
          <a:prstGeom prst="rect">
            <a:avLst/>
          </a:prstGeom>
          <a:solidFill>
            <a:srgbClr val="009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2" tIns="27002" rIns="27002" bIns="27002" rtlCol="0" anchor="ctr"/>
          <a:lstStyle/>
          <a:p>
            <a:pPr algn="ctr"/>
            <a:r>
              <a:rPr lang="pt-BR" sz="1050">
                <a:solidFill>
                  <a:srgbClr val="000000"/>
                </a:solidFill>
              </a:rPr>
              <a:t>Alinhamento estratégico (1h)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AD54D9F-1E0E-8E0E-9DBF-4A596EC99921}"/>
              </a:ext>
            </a:extLst>
          </p:cNvPr>
          <p:cNvGrpSpPr/>
          <p:nvPr/>
        </p:nvGrpSpPr>
        <p:grpSpPr>
          <a:xfrm>
            <a:off x="6218625" y="5464884"/>
            <a:ext cx="257297" cy="202807"/>
            <a:chOff x="18082762" y="11060687"/>
            <a:chExt cx="964217" cy="883072"/>
          </a:xfrm>
        </p:grpSpPr>
        <p:sp>
          <p:nvSpPr>
            <p:cNvPr id="49" name="Forma libre 46">
              <a:extLst>
                <a:ext uri="{FF2B5EF4-FFF2-40B4-BE49-F238E27FC236}">
                  <a16:creationId xmlns:a16="http://schemas.microsoft.com/office/drawing/2014/main" id="{2E0370AA-275A-E058-7D4B-2986D87CEE0B}"/>
                </a:ext>
              </a:extLst>
            </p:cNvPr>
            <p:cNvSpPr/>
            <p:nvPr/>
          </p:nvSpPr>
          <p:spPr>
            <a:xfrm>
              <a:off x="18601568" y="11060687"/>
              <a:ext cx="445411" cy="714655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50" name="Forma libre 47">
              <a:extLst>
                <a:ext uri="{FF2B5EF4-FFF2-40B4-BE49-F238E27FC236}">
                  <a16:creationId xmlns:a16="http://schemas.microsoft.com/office/drawing/2014/main" id="{57B5F8BB-96BD-675D-B216-1ACFF8C8EB3D}"/>
                </a:ext>
              </a:extLst>
            </p:cNvPr>
            <p:cNvSpPr/>
            <p:nvPr/>
          </p:nvSpPr>
          <p:spPr>
            <a:xfrm>
              <a:off x="18342165" y="11060687"/>
              <a:ext cx="426026" cy="714625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51" name="Forma libre 48">
              <a:extLst>
                <a:ext uri="{FF2B5EF4-FFF2-40B4-BE49-F238E27FC236}">
                  <a16:creationId xmlns:a16="http://schemas.microsoft.com/office/drawing/2014/main" id="{9EECA8E3-DD9E-53F0-B899-281EC8DD185C}"/>
                </a:ext>
              </a:extLst>
            </p:cNvPr>
            <p:cNvSpPr/>
            <p:nvPr/>
          </p:nvSpPr>
          <p:spPr>
            <a:xfrm>
              <a:off x="18082762" y="11060687"/>
              <a:ext cx="426026" cy="883072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728D34A-95D3-4C91-4594-AE344E9AF354}"/>
              </a:ext>
            </a:extLst>
          </p:cNvPr>
          <p:cNvGrpSpPr/>
          <p:nvPr/>
        </p:nvGrpSpPr>
        <p:grpSpPr>
          <a:xfrm>
            <a:off x="6228417" y="3349510"/>
            <a:ext cx="257297" cy="202807"/>
            <a:chOff x="18082762" y="11060687"/>
            <a:chExt cx="964217" cy="883072"/>
          </a:xfrm>
        </p:grpSpPr>
        <p:sp>
          <p:nvSpPr>
            <p:cNvPr id="53" name="Forma libre 46">
              <a:extLst>
                <a:ext uri="{FF2B5EF4-FFF2-40B4-BE49-F238E27FC236}">
                  <a16:creationId xmlns:a16="http://schemas.microsoft.com/office/drawing/2014/main" id="{C39C06E1-D01D-CAD1-9C9D-A8CB34A6B389}"/>
                </a:ext>
              </a:extLst>
            </p:cNvPr>
            <p:cNvSpPr/>
            <p:nvPr/>
          </p:nvSpPr>
          <p:spPr>
            <a:xfrm>
              <a:off x="18601568" y="11060687"/>
              <a:ext cx="445411" cy="714655"/>
            </a:xfrm>
            <a:custGeom>
              <a:avLst/>
              <a:gdLst>
                <a:gd name="connsiteX0" fmla="*/ 0 w 690394"/>
                <a:gd name="connsiteY0" fmla="*/ 789721 h 1107727"/>
                <a:gd name="connsiteX1" fmla="*/ 91621 w 690394"/>
                <a:gd name="connsiteY1" fmla="*/ 1013100 h 1107727"/>
                <a:gd name="connsiteX2" fmla="*/ 457337 w 690394"/>
                <a:gd name="connsiteY2" fmla="*/ 1073056 h 1107727"/>
                <a:gd name="connsiteX3" fmla="*/ 567194 w 690394"/>
                <a:gd name="connsiteY3" fmla="*/ 0 h 1107727"/>
                <a:gd name="connsiteX4" fmla="*/ 0 w 690394"/>
                <a:gd name="connsiteY4" fmla="*/ 789721 h 110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94" h="1107727">
                  <a:moveTo>
                    <a:pt x="0" y="789721"/>
                  </a:moveTo>
                  <a:cubicBezTo>
                    <a:pt x="-126" y="873362"/>
                    <a:pt x="32810" y="953660"/>
                    <a:pt x="91621" y="1013100"/>
                  </a:cubicBezTo>
                  <a:cubicBezTo>
                    <a:pt x="205093" y="1126654"/>
                    <a:pt x="359145" y="1126434"/>
                    <a:pt x="457337" y="1073056"/>
                  </a:cubicBezTo>
                  <a:cubicBezTo>
                    <a:pt x="577545" y="1007784"/>
                    <a:pt x="847971" y="812026"/>
                    <a:pt x="567194" y="0"/>
                  </a:cubicBezTo>
                  <a:cubicBezTo>
                    <a:pt x="567194" y="383297"/>
                    <a:pt x="0" y="422262"/>
                    <a:pt x="0" y="789721"/>
                  </a:cubicBezTo>
                  <a:close/>
                </a:path>
              </a:pathLst>
            </a:custGeom>
            <a:solidFill>
              <a:srgbClr val="FF9C1A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54" name="Forma libre 47">
              <a:extLst>
                <a:ext uri="{FF2B5EF4-FFF2-40B4-BE49-F238E27FC236}">
                  <a16:creationId xmlns:a16="http://schemas.microsoft.com/office/drawing/2014/main" id="{94E15CAB-7A02-E516-961A-7BC8E3636417}"/>
                </a:ext>
              </a:extLst>
            </p:cNvPr>
            <p:cNvSpPr/>
            <p:nvPr/>
          </p:nvSpPr>
          <p:spPr>
            <a:xfrm>
              <a:off x="18342165" y="11060687"/>
              <a:ext cx="426026" cy="714625"/>
            </a:xfrm>
            <a:custGeom>
              <a:avLst/>
              <a:gdLst>
                <a:gd name="connsiteX0" fmla="*/ 660348 w 660348"/>
                <a:gd name="connsiteY0" fmla="*/ 335563 h 1107680"/>
                <a:gd name="connsiteX1" fmla="*/ 567249 w 660348"/>
                <a:gd name="connsiteY1" fmla="*/ 0 h 1107680"/>
                <a:gd name="connsiteX2" fmla="*/ 0 w 660348"/>
                <a:gd name="connsiteY2" fmla="*/ 789721 h 1107680"/>
                <a:gd name="connsiteX3" fmla="*/ 91511 w 660348"/>
                <a:gd name="connsiteY3" fmla="*/ 1013100 h 1107680"/>
                <a:gd name="connsiteX4" fmla="*/ 457228 w 660348"/>
                <a:gd name="connsiteY4" fmla="*/ 1073056 h 1107680"/>
                <a:gd name="connsiteX5" fmla="*/ 660348 w 660348"/>
                <a:gd name="connsiteY5" fmla="*/ 335563 h 110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348" h="1107680">
                  <a:moveTo>
                    <a:pt x="660348" y="335563"/>
                  </a:moveTo>
                  <a:cubicBezTo>
                    <a:pt x="641729" y="235108"/>
                    <a:pt x="611882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-126" y="873346"/>
                    <a:pt x="32760" y="953633"/>
                    <a:pt x="91511" y="1013100"/>
                  </a:cubicBezTo>
                  <a:cubicBezTo>
                    <a:pt x="204983" y="1126654"/>
                    <a:pt x="360240" y="1126325"/>
                    <a:pt x="457228" y="1073056"/>
                  </a:cubicBezTo>
                  <a:cubicBezTo>
                    <a:pt x="231708" y="832413"/>
                    <a:pt x="311116" y="553846"/>
                    <a:pt x="660348" y="335563"/>
                  </a:cubicBezTo>
                  <a:close/>
                </a:path>
              </a:pathLst>
            </a:custGeom>
            <a:solidFill>
              <a:srgbClr val="0DA9FF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  <p:sp>
          <p:nvSpPr>
            <p:cNvPr id="55" name="Forma libre 48">
              <a:extLst>
                <a:ext uri="{FF2B5EF4-FFF2-40B4-BE49-F238E27FC236}">
                  <a16:creationId xmlns:a16="http://schemas.microsoft.com/office/drawing/2014/main" id="{71DC6277-412E-F087-52A5-8EB4DC53ACF5}"/>
                </a:ext>
              </a:extLst>
            </p:cNvPr>
            <p:cNvSpPr/>
            <p:nvPr/>
          </p:nvSpPr>
          <p:spPr>
            <a:xfrm>
              <a:off x="18082762" y="11060687"/>
              <a:ext cx="426026" cy="883072"/>
            </a:xfrm>
            <a:custGeom>
              <a:avLst/>
              <a:gdLst>
                <a:gd name="connsiteX0" fmla="*/ 660348 w 660348"/>
                <a:gd name="connsiteY0" fmla="*/ 335563 h 1368776"/>
                <a:gd name="connsiteX1" fmla="*/ 567249 w 660348"/>
                <a:gd name="connsiteY1" fmla="*/ 0 h 1368776"/>
                <a:gd name="connsiteX2" fmla="*/ 0 w 660348"/>
                <a:gd name="connsiteY2" fmla="*/ 789721 h 1368776"/>
                <a:gd name="connsiteX3" fmla="*/ 152573 w 660348"/>
                <a:gd name="connsiteY3" fmla="*/ 1061163 h 1368776"/>
                <a:gd name="connsiteX4" fmla="*/ 137951 w 660348"/>
                <a:gd name="connsiteY4" fmla="*/ 1368776 h 1368776"/>
                <a:gd name="connsiteX5" fmla="*/ 210733 w 660348"/>
                <a:gd name="connsiteY5" fmla="*/ 1356665 h 1368776"/>
                <a:gd name="connsiteX6" fmla="*/ 199233 w 660348"/>
                <a:gd name="connsiteY6" fmla="*/ 1084729 h 1368776"/>
                <a:gd name="connsiteX7" fmla="*/ 457227 w 660348"/>
                <a:gd name="connsiteY7" fmla="*/ 1073165 h 1368776"/>
                <a:gd name="connsiteX8" fmla="*/ 660348 w 660348"/>
                <a:gd name="connsiteY8" fmla="*/ 335563 h 136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348" h="1368776">
                  <a:moveTo>
                    <a:pt x="660348" y="335563"/>
                  </a:moveTo>
                  <a:cubicBezTo>
                    <a:pt x="641728" y="235108"/>
                    <a:pt x="611827" y="132241"/>
                    <a:pt x="567249" y="0"/>
                  </a:cubicBezTo>
                  <a:cubicBezTo>
                    <a:pt x="567249" y="383297"/>
                    <a:pt x="0" y="422262"/>
                    <a:pt x="0" y="789721"/>
                  </a:cubicBezTo>
                  <a:cubicBezTo>
                    <a:pt x="0" y="978191"/>
                    <a:pt x="152573" y="1061163"/>
                    <a:pt x="152573" y="1061163"/>
                  </a:cubicBezTo>
                  <a:cubicBezTo>
                    <a:pt x="128866" y="1161931"/>
                    <a:pt x="123910" y="1266211"/>
                    <a:pt x="137951" y="1368776"/>
                  </a:cubicBezTo>
                  <a:lnTo>
                    <a:pt x="210733" y="1356665"/>
                  </a:lnTo>
                  <a:cubicBezTo>
                    <a:pt x="175136" y="1232808"/>
                    <a:pt x="196987" y="1097936"/>
                    <a:pt x="199233" y="1084729"/>
                  </a:cubicBezTo>
                  <a:cubicBezTo>
                    <a:pt x="292332" y="1122050"/>
                    <a:pt x="388334" y="1110980"/>
                    <a:pt x="457227" y="1073165"/>
                  </a:cubicBezTo>
                  <a:cubicBezTo>
                    <a:pt x="231379" y="832413"/>
                    <a:pt x="311116" y="553901"/>
                    <a:pt x="660348" y="335563"/>
                  </a:cubicBezTo>
                  <a:close/>
                </a:path>
              </a:pathLst>
            </a:custGeom>
            <a:solidFill>
              <a:srgbClr val="00A443"/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b="0" i="0">
                <a:latin typeface="IberPangea Text Light" panose="020B0404000000000000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0025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IberPangea Text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Vaz Ribeiro, Daniel</dc:creator>
  <cp:lastModifiedBy>Vaz Ribeiro, Daniel</cp:lastModifiedBy>
  <cp:revision>1</cp:revision>
  <dcterms:created xsi:type="dcterms:W3CDTF">2026-03-04T09:54:31Z</dcterms:created>
  <dcterms:modified xsi:type="dcterms:W3CDTF">2026-03-04T09:54:31Z</dcterms:modified>
</cp:coreProperties>
</file>